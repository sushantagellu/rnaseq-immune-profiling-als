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26"/>
  </p:notesMasterIdLst>
  <p:sldIdLst>
    <p:sldId id="256" r:id="rId2"/>
    <p:sldId id="258" r:id="rId3"/>
    <p:sldId id="257" r:id="rId4"/>
    <p:sldId id="259" r:id="rId5"/>
    <p:sldId id="260" r:id="rId6"/>
    <p:sldId id="261" r:id="rId7"/>
    <p:sldId id="312" r:id="rId8"/>
    <p:sldId id="313" r:id="rId9"/>
    <p:sldId id="262" r:id="rId10"/>
    <p:sldId id="321" r:id="rId11"/>
    <p:sldId id="322" r:id="rId12"/>
    <p:sldId id="314" r:id="rId13"/>
    <p:sldId id="315" r:id="rId14"/>
    <p:sldId id="323" r:id="rId15"/>
    <p:sldId id="316" r:id="rId16"/>
    <p:sldId id="317" r:id="rId17"/>
    <p:sldId id="318" r:id="rId18"/>
    <p:sldId id="319" r:id="rId19"/>
    <p:sldId id="320" r:id="rId20"/>
    <p:sldId id="273" r:id="rId21"/>
    <p:sldId id="263" r:id="rId22"/>
    <p:sldId id="324" r:id="rId23"/>
    <p:sldId id="292" r:id="rId24"/>
    <p:sldId id="293" r:id="rId25"/>
  </p:sldIdLst>
  <p:sldSz cx="9144000" cy="5143500" type="screen16x9"/>
  <p:notesSz cx="6858000" cy="9144000"/>
  <p:embeddedFontLst>
    <p:embeddedFont>
      <p:font typeface="Anaheim" panose="020B0604020202020204" charset="0"/>
      <p:regular r:id="rId27"/>
      <p:bold r:id="rId28"/>
    </p:embeddedFont>
    <p:embeddedFont>
      <p:font typeface="Bahnschrift" panose="020B0502040204020203" pitchFamily="34" charset="0"/>
      <p:regular r:id="rId29"/>
      <p:bold r:id="rId30"/>
    </p:embeddedFont>
    <p:embeddedFont>
      <p:font typeface="Georgia" panose="02040502050405020303" pitchFamily="18" charset="0"/>
      <p:regular r:id="rId31"/>
      <p:bold r:id="rId32"/>
      <p:italic r:id="rId33"/>
      <p:boldItalic r:id="rId34"/>
    </p:embeddedFont>
    <p:embeddedFont>
      <p:font typeface="Inria Sans" panose="020B0604020202020204" charset="0"/>
      <p:regular r:id="rId35"/>
      <p:bold r:id="rId36"/>
      <p:italic r:id="rId37"/>
      <p:boldItalic r:id="rId38"/>
    </p:embeddedFont>
    <p:embeddedFont>
      <p:font typeface="Nunito Light" pitchFamily="2" charset="0"/>
      <p:regular r:id="rId39"/>
      <p:italic r:id="rId40"/>
    </p:embeddedFont>
    <p:embeddedFont>
      <p:font typeface="Work Sans"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191"/>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3B46BAA-098C-4D5F-A464-9258A09FFD01}">
  <a:tblStyle styleId="{C3B46BAA-098C-4D5F-A464-9258A09FFD0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87DA8F9-C039-41B9-BA2D-A8DEDBC78EDD}"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37" autoAdjust="0"/>
    <p:restoredTop sz="86947" autoAdjust="0"/>
  </p:normalViewPr>
  <p:slideViewPr>
    <p:cSldViewPr snapToGrid="0">
      <p:cViewPr varScale="1">
        <p:scale>
          <a:sx n="112" d="100"/>
          <a:sy n="112" d="100"/>
        </p:scale>
        <p:origin x="480" y="6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a:extLst>
            <a:ext uri="{FF2B5EF4-FFF2-40B4-BE49-F238E27FC236}">
              <a16:creationId xmlns:a16="http://schemas.microsoft.com/office/drawing/2014/main" id="{2E07B2BB-1568-8BFE-60F1-34968C0D6774}"/>
            </a:ext>
          </a:extLst>
        </p:cNvPr>
        <p:cNvGrpSpPr/>
        <p:nvPr/>
      </p:nvGrpSpPr>
      <p:grpSpPr>
        <a:xfrm>
          <a:off x="0" y="0"/>
          <a:ext cx="0" cy="0"/>
          <a:chOff x="0" y="0"/>
          <a:chExt cx="0" cy="0"/>
        </a:xfrm>
      </p:grpSpPr>
      <p:sp>
        <p:nvSpPr>
          <p:cNvPr id="254" name="Google Shape;254;g14072739ea5_12_0:notes">
            <a:extLst>
              <a:ext uri="{FF2B5EF4-FFF2-40B4-BE49-F238E27FC236}">
                <a16:creationId xmlns:a16="http://schemas.microsoft.com/office/drawing/2014/main" id="{5D505075-C3A9-214D-2A3F-5D482D6E2E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14072739ea5_12_0:notes">
            <a:extLst>
              <a:ext uri="{FF2B5EF4-FFF2-40B4-BE49-F238E27FC236}">
                <a16:creationId xmlns:a16="http://schemas.microsoft.com/office/drawing/2014/main" id="{AEE2D2F1-D9F5-D8AD-88BE-8E4B5777BA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81650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a:extLst>
            <a:ext uri="{FF2B5EF4-FFF2-40B4-BE49-F238E27FC236}">
              <a16:creationId xmlns:a16="http://schemas.microsoft.com/office/drawing/2014/main" id="{4E17B9C2-14F8-085F-8FBB-454E142EC993}"/>
            </a:ext>
          </a:extLst>
        </p:cNvPr>
        <p:cNvGrpSpPr/>
        <p:nvPr/>
      </p:nvGrpSpPr>
      <p:grpSpPr>
        <a:xfrm>
          <a:off x="0" y="0"/>
          <a:ext cx="0" cy="0"/>
          <a:chOff x="0" y="0"/>
          <a:chExt cx="0" cy="0"/>
        </a:xfrm>
      </p:grpSpPr>
      <p:sp>
        <p:nvSpPr>
          <p:cNvPr id="247" name="Google Shape;247;g54dda1946d_6_308:notes">
            <a:extLst>
              <a:ext uri="{FF2B5EF4-FFF2-40B4-BE49-F238E27FC236}">
                <a16:creationId xmlns:a16="http://schemas.microsoft.com/office/drawing/2014/main" id="{7D7AD0AC-8A5E-4B34-DB04-9178501827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54dda1946d_6_308:notes">
            <a:extLst>
              <a:ext uri="{FF2B5EF4-FFF2-40B4-BE49-F238E27FC236}">
                <a16:creationId xmlns:a16="http://schemas.microsoft.com/office/drawing/2014/main" id="{6FBDFE53-B679-E5A8-7B3F-6EC468DA46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59390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“For statistical testing, we used a negative binomial generalized linear model implemented in DESeq2.</a:t>
            </a:r>
            <a:br>
              <a:rPr lang="en-US" dirty="0"/>
            </a:br>
            <a:r>
              <a:rPr lang="en-US" dirty="0"/>
              <a:t>RNA-seq data are counts and show overdispersion, meaning the variance is greater than the mean, which violates normal and Poisson assumptions.</a:t>
            </a:r>
            <a:br>
              <a:rPr lang="en-US" dirty="0"/>
            </a:br>
            <a:r>
              <a:rPr lang="en-US" dirty="0"/>
              <a:t>The negative binomial model accounts for this by modeling variance as a function of the mean.</a:t>
            </a:r>
            <a:br>
              <a:rPr lang="en-US" dirty="0"/>
            </a:br>
            <a:r>
              <a:rPr lang="en-US" dirty="0"/>
              <a:t>We used a design formula of disease, so for each gene the model estimates how expression changes between ALS and healthy samples.</a:t>
            </a:r>
            <a:br>
              <a:rPr lang="en-US" dirty="0"/>
            </a:br>
            <a:r>
              <a:rPr lang="en-US" dirty="0"/>
              <a:t>A Wald test is then applied to determine if that change is significantly different from zero, and p-values are adjusted using false discovery rate correction.”</a:t>
            </a:r>
            <a:endParaRPr lang="en-IN" dirty="0"/>
          </a:p>
        </p:txBody>
      </p:sp>
    </p:spTree>
    <p:extLst>
      <p:ext uri="{BB962C8B-B14F-4D97-AF65-F5344CB8AC3E}">
        <p14:creationId xmlns:p14="http://schemas.microsoft.com/office/powerpoint/2010/main" val="22121162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1043CFDF-9AB2-CAAA-E856-A80DBFF3E09B}"/>
            </a:ext>
          </a:extLst>
        </p:cNvPr>
        <p:cNvGrpSpPr/>
        <p:nvPr/>
      </p:nvGrpSpPr>
      <p:grpSpPr>
        <a:xfrm>
          <a:off x="0" y="0"/>
          <a:ext cx="0" cy="0"/>
          <a:chOff x="0" y="0"/>
          <a:chExt cx="0" cy="0"/>
        </a:xfrm>
      </p:grpSpPr>
      <p:sp>
        <p:nvSpPr>
          <p:cNvPr id="261" name="Google Shape;261;g54dda1946d_6_322:notes">
            <a:extLst>
              <a:ext uri="{FF2B5EF4-FFF2-40B4-BE49-F238E27FC236}">
                <a16:creationId xmlns:a16="http://schemas.microsoft.com/office/drawing/2014/main" id="{4177CD09-114C-20FD-5E49-F2470D11AE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54dda1946d_6_322:notes">
            <a:extLst>
              <a:ext uri="{FF2B5EF4-FFF2-40B4-BE49-F238E27FC236}">
                <a16:creationId xmlns:a16="http://schemas.microsoft.com/office/drawing/2014/main" id="{720A8CB0-8BC7-6F67-008B-258EE7C1DC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29386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Innate immune cells show strongest signal</a:t>
            </a:r>
            <a:r>
              <a:rPr lang="en-US" dirty="0"/>
              <a:t> </a:t>
            </a:r>
          </a:p>
          <a:p>
            <a:r>
              <a:rPr lang="en-US" dirty="0"/>
              <a:t>Adaptive immune cells show </a:t>
            </a:r>
            <a:r>
              <a:rPr lang="en-US" b="1" dirty="0"/>
              <a:t>weaker changes</a:t>
            </a:r>
            <a:r>
              <a:rPr lang="en-US" dirty="0"/>
              <a:t> </a:t>
            </a:r>
          </a:p>
          <a:p>
            <a:r>
              <a:rPr lang="en-US" dirty="0"/>
              <a:t>Suggests ALS effects are </a:t>
            </a:r>
            <a:r>
              <a:rPr lang="en-US" b="1" dirty="0"/>
              <a:t>cell-type specific</a:t>
            </a:r>
            <a:endParaRPr lang="en-IN" dirty="0"/>
          </a:p>
        </p:txBody>
      </p:sp>
    </p:spTree>
    <p:extLst>
      <p:ext uri="{BB962C8B-B14F-4D97-AF65-F5344CB8AC3E}">
        <p14:creationId xmlns:p14="http://schemas.microsoft.com/office/powerpoint/2010/main" val="42885442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3830351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Variance-stabilized counts (VST) used instead of raw counts </a:t>
            </a:r>
          </a:p>
          <a:p>
            <a:r>
              <a:rPr lang="en-US" dirty="0"/>
              <a:t>Top 2,000 most variable genes selected </a:t>
            </a:r>
          </a:p>
          <a:p>
            <a:r>
              <a:rPr lang="en-US" dirty="0"/>
              <a:t>Analysis performed per cell type (not pooled) </a:t>
            </a:r>
          </a:p>
          <a:p>
            <a:r>
              <a:rPr lang="en-US" dirty="0"/>
              <a:t>Data centered and scaled before </a:t>
            </a:r>
          </a:p>
          <a:p>
            <a:r>
              <a:rPr lang="en-US" dirty="0"/>
              <a:t>PCA Principal components (PC1, PC2) used for visualization </a:t>
            </a:r>
          </a:p>
          <a:p>
            <a:r>
              <a:rPr lang="en-US" dirty="0"/>
              <a:t>Samples colored by disease (ALS vs Healthy) </a:t>
            </a:r>
          </a:p>
          <a:p>
            <a:r>
              <a:rPr lang="en-US" dirty="0"/>
              <a:t>Checked clustering and separation patterns</a:t>
            </a:r>
            <a:endParaRPr lang="en-IN" dirty="0"/>
          </a:p>
        </p:txBody>
      </p:sp>
    </p:spTree>
    <p:extLst>
      <p:ext uri="{BB962C8B-B14F-4D97-AF65-F5344CB8AC3E}">
        <p14:creationId xmlns:p14="http://schemas.microsoft.com/office/powerpoint/2010/main" val="676810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394656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a:extLst>
            <a:ext uri="{FF2B5EF4-FFF2-40B4-BE49-F238E27FC236}">
              <a16:creationId xmlns:a16="http://schemas.microsoft.com/office/drawing/2014/main" id="{A79F4148-5B07-9869-627B-DFE71147968C}"/>
            </a:ext>
          </a:extLst>
        </p:cNvPr>
        <p:cNvGrpSpPr/>
        <p:nvPr/>
      </p:nvGrpSpPr>
      <p:grpSpPr>
        <a:xfrm>
          <a:off x="0" y="0"/>
          <a:ext cx="0" cy="0"/>
          <a:chOff x="0" y="0"/>
          <a:chExt cx="0" cy="0"/>
        </a:xfrm>
      </p:grpSpPr>
      <p:sp>
        <p:nvSpPr>
          <p:cNvPr id="247" name="Google Shape;247;g54dda1946d_6_308:notes">
            <a:extLst>
              <a:ext uri="{FF2B5EF4-FFF2-40B4-BE49-F238E27FC236}">
                <a16:creationId xmlns:a16="http://schemas.microsoft.com/office/drawing/2014/main" id="{9198FC2C-F576-2446-14DC-373AEE38B5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54dda1946d_6_308:notes">
            <a:extLst>
              <a:ext uri="{FF2B5EF4-FFF2-40B4-BE49-F238E27FC236}">
                <a16:creationId xmlns:a16="http://schemas.microsoft.com/office/drawing/2014/main" id="{4B6876A7-7B5C-B7F1-3039-4C25BE764F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19043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d5260bdd85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d5260bdd85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IN" b="1" dirty="0"/>
              <a:t>Group 1 — Type-I Interferon Response (ISGs) </a:t>
            </a:r>
            <a:r>
              <a:rPr lang="en-IN" b="1" i="1" dirty="0"/>
              <a:t>(9 genes, all DOWN in ALS)</a:t>
            </a:r>
            <a:endParaRPr lang="en-IN" b="1" dirty="0"/>
          </a:p>
          <a:p>
            <a:r>
              <a:rPr lang="en-IN" dirty="0"/>
              <a:t>IFI44, IFI44L, IFIT1, IFI6, OAS2, OAS3, OASL, CMPK2, XAF1</a:t>
            </a:r>
          </a:p>
          <a:p>
            <a:pPr marL="0" lvl="0" indent="0" algn="l" rtl="0">
              <a:spcBef>
                <a:spcPts val="0"/>
              </a:spcBef>
              <a:spcAft>
                <a:spcPts val="0"/>
              </a:spcAft>
              <a:buNone/>
            </a:pPr>
            <a:endParaRPr lang="en-IN" dirty="0"/>
          </a:p>
          <a:p>
            <a:pPr marL="0" lvl="0" indent="0" algn="l" rtl="0">
              <a:spcBef>
                <a:spcPts val="0"/>
              </a:spcBef>
              <a:spcAft>
                <a:spcPts val="0"/>
              </a:spcAft>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a:extLst>
            <a:ext uri="{FF2B5EF4-FFF2-40B4-BE49-F238E27FC236}">
              <a16:creationId xmlns:a16="http://schemas.microsoft.com/office/drawing/2014/main" id="{DE739588-BDD8-7F05-A0BE-AEE78D87BEB3}"/>
            </a:ext>
          </a:extLst>
        </p:cNvPr>
        <p:cNvGrpSpPr/>
        <p:nvPr/>
      </p:nvGrpSpPr>
      <p:grpSpPr>
        <a:xfrm>
          <a:off x="0" y="0"/>
          <a:ext cx="0" cy="0"/>
          <a:chOff x="0" y="0"/>
          <a:chExt cx="0" cy="0"/>
        </a:xfrm>
      </p:grpSpPr>
      <p:sp>
        <p:nvSpPr>
          <p:cNvPr id="267" name="Google Shape;267;g54dda1946d_6_332:notes">
            <a:extLst>
              <a:ext uri="{FF2B5EF4-FFF2-40B4-BE49-F238E27FC236}">
                <a16:creationId xmlns:a16="http://schemas.microsoft.com/office/drawing/2014/main" id="{95B062E3-6A10-DDB3-B890-73EC05CA8C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54dda1946d_6_332:notes">
            <a:extLst>
              <a:ext uri="{FF2B5EF4-FFF2-40B4-BE49-F238E27FC236}">
                <a16:creationId xmlns:a16="http://schemas.microsoft.com/office/drawing/2014/main" id="{FC0FBD27-0518-0CBC-7F36-0DEB115309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46659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9"/>
        <p:cNvGrpSpPr/>
        <p:nvPr/>
      </p:nvGrpSpPr>
      <p:grpSpPr>
        <a:xfrm>
          <a:off x="0" y="0"/>
          <a:ext cx="0" cy="0"/>
          <a:chOff x="0" y="0"/>
          <a:chExt cx="0" cy="0"/>
        </a:xfrm>
      </p:grpSpPr>
      <p:sp>
        <p:nvSpPr>
          <p:cNvPr id="1120" name="Google Shape;1120;g2b024601a06_0_2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1" name="Google Shape;1121;g2b024601a06_0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8"/>
        <p:cNvGrpSpPr/>
        <p:nvPr/>
      </p:nvGrpSpPr>
      <p:grpSpPr>
        <a:xfrm>
          <a:off x="0" y="0"/>
          <a:ext cx="0" cy="0"/>
          <a:chOff x="0" y="0"/>
          <a:chExt cx="0" cy="0"/>
        </a:xfrm>
      </p:grpSpPr>
      <p:sp>
        <p:nvSpPr>
          <p:cNvPr id="1129" name="Google Shape;1129;g2b024601a06_0_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0" name="Google Shape;1130;g2b024601a06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a:stretch/>
        </p:blipFill>
        <p:spPr>
          <a:xfrm flipH="1">
            <a:off x="0" y="0"/>
            <a:ext cx="9144000" cy="5143492"/>
          </a:xfrm>
          <a:prstGeom prst="rect">
            <a:avLst/>
          </a:prstGeom>
          <a:noFill/>
          <a:ln>
            <a:noFill/>
          </a:ln>
        </p:spPr>
      </p:pic>
      <p:pic>
        <p:nvPicPr>
          <p:cNvPr id="10" name="Google Shape;10;p2"/>
          <p:cNvPicPr preferRelativeResize="0"/>
          <p:nvPr/>
        </p:nvPicPr>
        <p:blipFill rotWithShape="1">
          <a:blip r:embed="rId3">
            <a:alphaModFix/>
          </a:blip>
          <a:srcRect l="29856" t="18805" r="28533"/>
          <a:stretch/>
        </p:blipFill>
        <p:spPr>
          <a:xfrm rot="-1898403">
            <a:off x="-1112314" y="-19241"/>
            <a:ext cx="5193730" cy="5700757"/>
          </a:xfrm>
          <a:prstGeom prst="rect">
            <a:avLst/>
          </a:prstGeom>
          <a:noFill/>
          <a:ln>
            <a:noFill/>
          </a:ln>
        </p:spPr>
      </p:pic>
      <p:sp>
        <p:nvSpPr>
          <p:cNvPr id="11" name="Google Shape;11;p2"/>
          <p:cNvSpPr txBox="1">
            <a:spLocks noGrp="1"/>
          </p:cNvSpPr>
          <p:nvPr>
            <p:ph type="ctrTitle"/>
          </p:nvPr>
        </p:nvSpPr>
        <p:spPr>
          <a:xfrm>
            <a:off x="2818450" y="1270925"/>
            <a:ext cx="5612400" cy="17232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49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2" name="Google Shape;12;p2"/>
          <p:cNvSpPr txBox="1">
            <a:spLocks noGrp="1"/>
          </p:cNvSpPr>
          <p:nvPr>
            <p:ph type="subTitle" idx="1"/>
          </p:nvPr>
        </p:nvSpPr>
        <p:spPr>
          <a:xfrm>
            <a:off x="2818450" y="3385075"/>
            <a:ext cx="2205300" cy="671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pic>
        <p:nvPicPr>
          <p:cNvPr id="14" name="Google Shape;14;p3"/>
          <p:cNvPicPr preferRelativeResize="0"/>
          <p:nvPr/>
        </p:nvPicPr>
        <p:blipFill rotWithShape="1">
          <a:blip r:embed="rId2">
            <a:alphaModFix/>
          </a:blip>
          <a:srcRect/>
          <a:stretch/>
        </p:blipFill>
        <p:spPr>
          <a:xfrm>
            <a:off x="0" y="0"/>
            <a:ext cx="9144000" cy="5143492"/>
          </a:xfrm>
          <a:prstGeom prst="rect">
            <a:avLst/>
          </a:prstGeom>
          <a:noFill/>
          <a:ln>
            <a:noFill/>
          </a:ln>
        </p:spPr>
      </p:pic>
      <p:sp>
        <p:nvSpPr>
          <p:cNvPr id="15" name="Google Shape;15;p3"/>
          <p:cNvSpPr txBox="1">
            <a:spLocks noGrp="1"/>
          </p:cNvSpPr>
          <p:nvPr>
            <p:ph type="title"/>
          </p:nvPr>
        </p:nvSpPr>
        <p:spPr>
          <a:xfrm>
            <a:off x="713225" y="2251538"/>
            <a:ext cx="4554900" cy="1753800"/>
          </a:xfrm>
          <a:prstGeom prst="rect">
            <a:avLst/>
          </a:prstGeom>
        </p:spPr>
        <p:txBody>
          <a:bodyPr spcFirstLastPara="1" wrap="square" lIns="91425" tIns="91425" rIns="91425" bIns="91425" anchor="b" anchorCtr="0">
            <a:noAutofit/>
          </a:bodyPr>
          <a:lstStyle>
            <a:lvl1pPr lvl="0" algn="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title" idx="2" hasCustomPrompt="1"/>
          </p:nvPr>
        </p:nvSpPr>
        <p:spPr>
          <a:xfrm>
            <a:off x="4089750" y="1138163"/>
            <a:ext cx="1178400" cy="915900"/>
          </a:xfrm>
          <a:prstGeom prst="rect">
            <a:avLst/>
          </a:prstGeom>
          <a:noFill/>
        </p:spPr>
        <p:txBody>
          <a:bodyPr spcFirstLastPara="1" wrap="square" lIns="91425" tIns="91425" rIns="91425" bIns="91425" anchor="b" anchorCtr="0">
            <a:noAutofit/>
          </a:bodyPr>
          <a:lstStyle>
            <a:lvl1pPr lvl="0" algn="r" rtl="0">
              <a:spcBef>
                <a:spcPts val="0"/>
              </a:spcBef>
              <a:spcAft>
                <a:spcPts val="0"/>
              </a:spcAft>
              <a:buClr>
                <a:schemeClr val="lt1"/>
              </a:buClr>
              <a:buSzPts val="6000"/>
              <a:buNone/>
              <a:defRPr sz="5000">
                <a:solidFill>
                  <a:schemeClr val="l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pic>
        <p:nvPicPr>
          <p:cNvPr id="17" name="Google Shape;17;p3"/>
          <p:cNvPicPr preferRelativeResize="0"/>
          <p:nvPr/>
        </p:nvPicPr>
        <p:blipFill rotWithShape="1">
          <a:blip r:embed="rId3">
            <a:alphaModFix/>
          </a:blip>
          <a:srcRect l="33687" t="25019" r="33687" b="5387"/>
          <a:stretch/>
        </p:blipFill>
        <p:spPr>
          <a:xfrm rot="-2034576">
            <a:off x="4446826" y="87002"/>
            <a:ext cx="4950447" cy="593989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pic>
        <p:nvPicPr>
          <p:cNvPr id="19" name="Google Shape;19;p4"/>
          <p:cNvPicPr preferRelativeResize="0"/>
          <p:nvPr/>
        </p:nvPicPr>
        <p:blipFill rotWithShape="1">
          <a:blip r:embed="rId2">
            <a:alphaModFix/>
          </a:blip>
          <a:srcRect/>
          <a:stretch/>
        </p:blipFill>
        <p:spPr>
          <a:xfrm>
            <a:off x="0" y="0"/>
            <a:ext cx="9144000" cy="5143492"/>
          </a:xfrm>
          <a:prstGeom prst="rect">
            <a:avLst/>
          </a:prstGeom>
          <a:noFill/>
          <a:ln>
            <a:noFill/>
          </a:ln>
        </p:spPr>
      </p:pic>
      <p:pic>
        <p:nvPicPr>
          <p:cNvPr id="20" name="Google Shape;20;p4"/>
          <p:cNvPicPr preferRelativeResize="0"/>
          <p:nvPr/>
        </p:nvPicPr>
        <p:blipFill rotWithShape="1">
          <a:blip r:embed="rId3">
            <a:alphaModFix/>
          </a:blip>
          <a:srcRect l="47132" t="36906" r="41462" b="44232"/>
          <a:stretch/>
        </p:blipFill>
        <p:spPr>
          <a:xfrm rot="155834">
            <a:off x="7922255" y="4162887"/>
            <a:ext cx="1287737" cy="1197978"/>
          </a:xfrm>
          <a:prstGeom prst="rect">
            <a:avLst/>
          </a:prstGeom>
          <a:noFill/>
          <a:ln>
            <a:noFill/>
          </a:ln>
        </p:spPr>
      </p:pic>
      <p:sp>
        <p:nvSpPr>
          <p:cNvPr id="21" name="Google Shape;21;p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720000" y="1215752"/>
            <a:ext cx="7704000" cy="3657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pic>
        <p:nvPicPr>
          <p:cNvPr id="34" name="Google Shape;34;p6"/>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35" name="Google Shape;35;p6"/>
          <p:cNvPicPr preferRelativeResize="0"/>
          <p:nvPr/>
        </p:nvPicPr>
        <p:blipFill rotWithShape="1">
          <a:blip r:embed="rId3">
            <a:alphaModFix/>
          </a:blip>
          <a:srcRect l="21957" t="535" r="45355" b="37225"/>
          <a:stretch/>
        </p:blipFill>
        <p:spPr>
          <a:xfrm rot="9114092" flipH="1">
            <a:off x="-1787205" y="-467564"/>
            <a:ext cx="3059511" cy="3276675"/>
          </a:xfrm>
          <a:prstGeom prst="rect">
            <a:avLst/>
          </a:prstGeom>
          <a:noFill/>
          <a:ln>
            <a:noFill/>
          </a:ln>
        </p:spPr>
      </p:pic>
      <p:sp>
        <p:nvSpPr>
          <p:cNvPr id="36" name="Google Shape;36;p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pic>
        <p:nvPicPr>
          <p:cNvPr id="38" name="Google Shape;38;p7"/>
          <p:cNvPicPr preferRelativeResize="0"/>
          <p:nvPr/>
        </p:nvPicPr>
        <p:blipFill rotWithShape="1">
          <a:blip r:embed="rId2">
            <a:alphaModFix/>
          </a:blip>
          <a:srcRect/>
          <a:stretch/>
        </p:blipFill>
        <p:spPr>
          <a:xfrm rot="10800000">
            <a:off x="0" y="0"/>
            <a:ext cx="9144000" cy="5143492"/>
          </a:xfrm>
          <a:prstGeom prst="rect">
            <a:avLst/>
          </a:prstGeom>
          <a:noFill/>
          <a:ln>
            <a:noFill/>
          </a:ln>
        </p:spPr>
      </p:pic>
      <p:grpSp>
        <p:nvGrpSpPr>
          <p:cNvPr id="39" name="Google Shape;39;p7"/>
          <p:cNvGrpSpPr/>
          <p:nvPr/>
        </p:nvGrpSpPr>
        <p:grpSpPr>
          <a:xfrm>
            <a:off x="-1841666" y="-514577"/>
            <a:ext cx="14391088" cy="7415934"/>
            <a:chOff x="-1841666" y="-514577"/>
            <a:chExt cx="14391088" cy="7415934"/>
          </a:xfrm>
        </p:grpSpPr>
        <p:pic>
          <p:nvPicPr>
            <p:cNvPr id="40" name="Google Shape;40;p7"/>
            <p:cNvPicPr preferRelativeResize="0"/>
            <p:nvPr/>
          </p:nvPicPr>
          <p:blipFill rotWithShape="1">
            <a:blip r:embed="rId3">
              <a:alphaModFix/>
            </a:blip>
            <a:srcRect l="29351" t="14883" r="20664" b="-1560"/>
            <a:stretch/>
          </p:blipFill>
          <p:spPr>
            <a:xfrm rot="1853686">
              <a:off x="7599888" y="272409"/>
              <a:ext cx="4196466" cy="4092804"/>
            </a:xfrm>
            <a:prstGeom prst="rect">
              <a:avLst/>
            </a:prstGeom>
            <a:noFill/>
            <a:ln>
              <a:noFill/>
            </a:ln>
          </p:spPr>
        </p:pic>
        <p:pic>
          <p:nvPicPr>
            <p:cNvPr id="41" name="Google Shape;41;p7"/>
            <p:cNvPicPr preferRelativeResize="0"/>
            <p:nvPr/>
          </p:nvPicPr>
          <p:blipFill rotWithShape="1">
            <a:blip r:embed="rId3">
              <a:alphaModFix/>
            </a:blip>
            <a:srcRect l="33543" t="37915" r="21177" b="1002"/>
            <a:stretch/>
          </p:blipFill>
          <p:spPr>
            <a:xfrm rot="9297534">
              <a:off x="-1409928" y="3348136"/>
              <a:ext cx="3801459" cy="2884252"/>
            </a:xfrm>
            <a:prstGeom prst="rect">
              <a:avLst/>
            </a:prstGeom>
            <a:noFill/>
            <a:ln>
              <a:noFill/>
            </a:ln>
          </p:spPr>
        </p:pic>
      </p:grpSp>
      <p:sp>
        <p:nvSpPr>
          <p:cNvPr id="42" name="Google Shape;42;p7"/>
          <p:cNvSpPr txBox="1">
            <a:spLocks noGrp="1"/>
          </p:cNvSpPr>
          <p:nvPr>
            <p:ph type="title"/>
          </p:nvPr>
        </p:nvSpPr>
        <p:spPr>
          <a:xfrm>
            <a:off x="720000" y="539500"/>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3" name="Google Shape;43;p7"/>
          <p:cNvSpPr txBox="1">
            <a:spLocks noGrp="1"/>
          </p:cNvSpPr>
          <p:nvPr>
            <p:ph type="subTitle" idx="1"/>
          </p:nvPr>
        </p:nvSpPr>
        <p:spPr>
          <a:xfrm>
            <a:off x="2163900" y="1942050"/>
            <a:ext cx="4816200" cy="16839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1200"/>
              <a:buFont typeface="Inria Sans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pic>
        <p:nvPicPr>
          <p:cNvPr id="49" name="Google Shape;49;p9"/>
          <p:cNvPicPr preferRelativeResize="0"/>
          <p:nvPr/>
        </p:nvPicPr>
        <p:blipFill rotWithShape="1">
          <a:blip r:embed="rId2">
            <a:alphaModFix/>
          </a:blip>
          <a:srcRect/>
          <a:stretch/>
        </p:blipFill>
        <p:spPr>
          <a:xfrm flipH="1">
            <a:off x="0" y="0"/>
            <a:ext cx="9144000" cy="5143492"/>
          </a:xfrm>
          <a:prstGeom prst="rect">
            <a:avLst/>
          </a:prstGeom>
          <a:noFill/>
          <a:ln>
            <a:noFill/>
          </a:ln>
        </p:spPr>
      </p:pic>
      <p:pic>
        <p:nvPicPr>
          <p:cNvPr id="50" name="Google Shape;50;p9"/>
          <p:cNvPicPr preferRelativeResize="0"/>
          <p:nvPr/>
        </p:nvPicPr>
        <p:blipFill rotWithShape="1">
          <a:blip r:embed="rId3">
            <a:alphaModFix/>
          </a:blip>
          <a:srcRect l="23690" t="-6372" r="21560"/>
          <a:stretch/>
        </p:blipFill>
        <p:spPr>
          <a:xfrm rot="-8356850">
            <a:off x="-1225165" y="686308"/>
            <a:ext cx="6125174" cy="6693736"/>
          </a:xfrm>
          <a:prstGeom prst="rect">
            <a:avLst/>
          </a:prstGeom>
          <a:noFill/>
          <a:ln>
            <a:noFill/>
          </a:ln>
        </p:spPr>
      </p:pic>
      <p:sp>
        <p:nvSpPr>
          <p:cNvPr id="51" name="Google Shape;51;p9"/>
          <p:cNvSpPr txBox="1">
            <a:spLocks noGrp="1"/>
          </p:cNvSpPr>
          <p:nvPr>
            <p:ph type="title"/>
          </p:nvPr>
        </p:nvSpPr>
        <p:spPr>
          <a:xfrm>
            <a:off x="4675158" y="1564725"/>
            <a:ext cx="3607800" cy="1187400"/>
          </a:xfrm>
          <a:prstGeom prst="rect">
            <a:avLst/>
          </a:prstGeom>
        </p:spPr>
        <p:txBody>
          <a:bodyPr spcFirstLastPara="1" wrap="square" lIns="91425" tIns="91425" rIns="91425" bIns="91425" anchor="b" anchorCtr="0">
            <a:noAutofit/>
          </a:bodyPr>
          <a:lstStyle>
            <a:lvl1pPr lvl="0"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sp>
        <p:nvSpPr>
          <p:cNvPr id="52" name="Google Shape;52;p9"/>
          <p:cNvSpPr txBox="1">
            <a:spLocks noGrp="1"/>
          </p:cNvSpPr>
          <p:nvPr>
            <p:ph type="subTitle" idx="1"/>
          </p:nvPr>
        </p:nvSpPr>
        <p:spPr>
          <a:xfrm>
            <a:off x="4675158" y="2907675"/>
            <a:ext cx="3607800" cy="86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62"/>
        <p:cNvGrpSpPr/>
        <p:nvPr/>
      </p:nvGrpSpPr>
      <p:grpSpPr>
        <a:xfrm>
          <a:off x="0" y="0"/>
          <a:ext cx="0" cy="0"/>
          <a:chOff x="0" y="0"/>
          <a:chExt cx="0" cy="0"/>
        </a:xfrm>
      </p:grpSpPr>
      <p:pic>
        <p:nvPicPr>
          <p:cNvPr id="63" name="Google Shape;63;p13"/>
          <p:cNvPicPr preferRelativeResize="0"/>
          <p:nvPr/>
        </p:nvPicPr>
        <p:blipFill rotWithShape="1">
          <a:blip r:embed="rId2">
            <a:alphaModFix/>
          </a:blip>
          <a:srcRect/>
          <a:stretch/>
        </p:blipFill>
        <p:spPr>
          <a:xfrm rot="10800000">
            <a:off x="0" y="0"/>
            <a:ext cx="9144000" cy="5143500"/>
          </a:xfrm>
          <a:prstGeom prst="rect">
            <a:avLst/>
          </a:prstGeom>
          <a:noFill/>
          <a:ln>
            <a:noFill/>
          </a:ln>
        </p:spPr>
      </p:pic>
      <p:grpSp>
        <p:nvGrpSpPr>
          <p:cNvPr id="64" name="Google Shape;64;p13"/>
          <p:cNvGrpSpPr/>
          <p:nvPr/>
        </p:nvGrpSpPr>
        <p:grpSpPr>
          <a:xfrm>
            <a:off x="12" y="-72150"/>
            <a:ext cx="9143989" cy="5215638"/>
            <a:chOff x="12" y="-72150"/>
            <a:chExt cx="9143989" cy="5215638"/>
          </a:xfrm>
        </p:grpSpPr>
        <p:pic>
          <p:nvPicPr>
            <p:cNvPr id="65" name="Google Shape;65;p13"/>
            <p:cNvPicPr preferRelativeResize="0"/>
            <p:nvPr/>
          </p:nvPicPr>
          <p:blipFill rotWithShape="1">
            <a:blip r:embed="rId3">
              <a:alphaModFix/>
            </a:blip>
            <a:srcRect l="23691" t="38107" r="48704"/>
            <a:stretch/>
          </p:blipFill>
          <p:spPr>
            <a:xfrm>
              <a:off x="6619825" y="-72150"/>
              <a:ext cx="2524176" cy="3183400"/>
            </a:xfrm>
            <a:prstGeom prst="rect">
              <a:avLst/>
            </a:prstGeom>
            <a:noFill/>
            <a:ln>
              <a:noFill/>
            </a:ln>
          </p:spPr>
        </p:pic>
        <p:pic>
          <p:nvPicPr>
            <p:cNvPr id="66" name="Google Shape;66;p13"/>
            <p:cNvPicPr preferRelativeResize="0"/>
            <p:nvPr/>
          </p:nvPicPr>
          <p:blipFill rotWithShape="1">
            <a:blip r:embed="rId3">
              <a:alphaModFix/>
            </a:blip>
            <a:srcRect l="43312" r="35492" b="53957"/>
            <a:stretch/>
          </p:blipFill>
          <p:spPr>
            <a:xfrm>
              <a:off x="12" y="2775312"/>
              <a:ext cx="1938101" cy="2368175"/>
            </a:xfrm>
            <a:prstGeom prst="rect">
              <a:avLst/>
            </a:prstGeom>
            <a:noFill/>
            <a:ln>
              <a:noFill/>
            </a:ln>
          </p:spPr>
        </p:pic>
      </p:grpSp>
      <p:sp>
        <p:nvSpPr>
          <p:cNvPr id="67" name="Google Shape;67;p13"/>
          <p:cNvSpPr txBox="1">
            <a:spLocks noGrp="1"/>
          </p:cNvSpPr>
          <p:nvPr>
            <p:ph type="title"/>
          </p:nvPr>
        </p:nvSpPr>
        <p:spPr>
          <a:xfrm>
            <a:off x="720025"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8" name="Google Shape;68;p13"/>
          <p:cNvSpPr txBox="1">
            <a:spLocks noGrp="1"/>
          </p:cNvSpPr>
          <p:nvPr>
            <p:ph type="title" idx="2" hasCustomPrompt="1"/>
          </p:nvPr>
        </p:nvSpPr>
        <p:spPr>
          <a:xfrm>
            <a:off x="835475" y="1978850"/>
            <a:ext cx="630900" cy="572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2700"/>
              <a:buNone/>
              <a:defRPr sz="2700">
                <a:solidFill>
                  <a:schemeClr val="lt1"/>
                </a:solidFill>
              </a:defRPr>
            </a:lvl1pPr>
            <a:lvl2pPr lvl="1" rtl="0">
              <a:spcBef>
                <a:spcPts val="0"/>
              </a:spcBef>
              <a:spcAft>
                <a:spcPts val="0"/>
              </a:spcAft>
              <a:buSzPts val="2700"/>
              <a:buNone/>
              <a:defRPr sz="2700"/>
            </a:lvl2pPr>
            <a:lvl3pPr lvl="2" rtl="0">
              <a:spcBef>
                <a:spcPts val="0"/>
              </a:spcBef>
              <a:spcAft>
                <a:spcPts val="0"/>
              </a:spcAft>
              <a:buSzPts val="2700"/>
              <a:buNone/>
              <a:defRPr sz="2700"/>
            </a:lvl3pPr>
            <a:lvl4pPr lvl="3" rtl="0">
              <a:spcBef>
                <a:spcPts val="0"/>
              </a:spcBef>
              <a:spcAft>
                <a:spcPts val="0"/>
              </a:spcAft>
              <a:buSzPts val="2700"/>
              <a:buNone/>
              <a:defRPr sz="2700"/>
            </a:lvl4pPr>
            <a:lvl5pPr lvl="4" rtl="0">
              <a:spcBef>
                <a:spcPts val="0"/>
              </a:spcBef>
              <a:spcAft>
                <a:spcPts val="0"/>
              </a:spcAft>
              <a:buSzPts val="2700"/>
              <a:buNone/>
              <a:defRPr sz="2700"/>
            </a:lvl5pPr>
            <a:lvl6pPr lvl="5" rtl="0">
              <a:spcBef>
                <a:spcPts val="0"/>
              </a:spcBef>
              <a:spcAft>
                <a:spcPts val="0"/>
              </a:spcAft>
              <a:buSzPts val="2700"/>
              <a:buNone/>
              <a:defRPr sz="2700"/>
            </a:lvl6pPr>
            <a:lvl7pPr lvl="6" rtl="0">
              <a:spcBef>
                <a:spcPts val="0"/>
              </a:spcBef>
              <a:spcAft>
                <a:spcPts val="0"/>
              </a:spcAft>
              <a:buSzPts val="2700"/>
              <a:buNone/>
              <a:defRPr sz="2700"/>
            </a:lvl7pPr>
            <a:lvl8pPr lvl="7" rtl="0">
              <a:spcBef>
                <a:spcPts val="0"/>
              </a:spcBef>
              <a:spcAft>
                <a:spcPts val="0"/>
              </a:spcAft>
              <a:buSzPts val="2700"/>
              <a:buNone/>
              <a:defRPr sz="2700"/>
            </a:lvl8pPr>
            <a:lvl9pPr lvl="8" rtl="0">
              <a:spcBef>
                <a:spcPts val="0"/>
              </a:spcBef>
              <a:spcAft>
                <a:spcPts val="0"/>
              </a:spcAft>
              <a:buSzPts val="2700"/>
              <a:buNone/>
              <a:defRPr sz="2700"/>
            </a:lvl9pPr>
          </a:lstStyle>
          <a:p>
            <a:r>
              <a:t>xx%</a:t>
            </a:r>
          </a:p>
        </p:txBody>
      </p:sp>
      <p:sp>
        <p:nvSpPr>
          <p:cNvPr id="69" name="Google Shape;69;p13"/>
          <p:cNvSpPr txBox="1">
            <a:spLocks noGrp="1"/>
          </p:cNvSpPr>
          <p:nvPr>
            <p:ph type="title" idx="3" hasCustomPrompt="1"/>
          </p:nvPr>
        </p:nvSpPr>
        <p:spPr>
          <a:xfrm>
            <a:off x="835475" y="3220476"/>
            <a:ext cx="630900" cy="572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2700"/>
              <a:buNone/>
              <a:defRPr sz="2700">
                <a:solidFill>
                  <a:schemeClr val="lt1"/>
                </a:solidFill>
              </a:defRPr>
            </a:lvl1pPr>
            <a:lvl2pPr lvl="1" rtl="0">
              <a:spcBef>
                <a:spcPts val="0"/>
              </a:spcBef>
              <a:spcAft>
                <a:spcPts val="0"/>
              </a:spcAft>
              <a:buSzPts val="2700"/>
              <a:buNone/>
              <a:defRPr sz="2700"/>
            </a:lvl2pPr>
            <a:lvl3pPr lvl="2" rtl="0">
              <a:spcBef>
                <a:spcPts val="0"/>
              </a:spcBef>
              <a:spcAft>
                <a:spcPts val="0"/>
              </a:spcAft>
              <a:buSzPts val="2700"/>
              <a:buNone/>
              <a:defRPr sz="2700"/>
            </a:lvl3pPr>
            <a:lvl4pPr lvl="3" rtl="0">
              <a:spcBef>
                <a:spcPts val="0"/>
              </a:spcBef>
              <a:spcAft>
                <a:spcPts val="0"/>
              </a:spcAft>
              <a:buSzPts val="2700"/>
              <a:buNone/>
              <a:defRPr sz="2700"/>
            </a:lvl4pPr>
            <a:lvl5pPr lvl="4" rtl="0">
              <a:spcBef>
                <a:spcPts val="0"/>
              </a:spcBef>
              <a:spcAft>
                <a:spcPts val="0"/>
              </a:spcAft>
              <a:buSzPts val="2700"/>
              <a:buNone/>
              <a:defRPr sz="2700"/>
            </a:lvl5pPr>
            <a:lvl6pPr lvl="5" rtl="0">
              <a:spcBef>
                <a:spcPts val="0"/>
              </a:spcBef>
              <a:spcAft>
                <a:spcPts val="0"/>
              </a:spcAft>
              <a:buSzPts val="2700"/>
              <a:buNone/>
              <a:defRPr sz="2700"/>
            </a:lvl6pPr>
            <a:lvl7pPr lvl="6" rtl="0">
              <a:spcBef>
                <a:spcPts val="0"/>
              </a:spcBef>
              <a:spcAft>
                <a:spcPts val="0"/>
              </a:spcAft>
              <a:buSzPts val="2700"/>
              <a:buNone/>
              <a:defRPr sz="2700"/>
            </a:lvl7pPr>
            <a:lvl8pPr lvl="7" rtl="0">
              <a:spcBef>
                <a:spcPts val="0"/>
              </a:spcBef>
              <a:spcAft>
                <a:spcPts val="0"/>
              </a:spcAft>
              <a:buSzPts val="2700"/>
              <a:buNone/>
              <a:defRPr sz="2700"/>
            </a:lvl8pPr>
            <a:lvl9pPr lvl="8" rtl="0">
              <a:spcBef>
                <a:spcPts val="0"/>
              </a:spcBef>
              <a:spcAft>
                <a:spcPts val="0"/>
              </a:spcAft>
              <a:buSzPts val="2700"/>
              <a:buNone/>
              <a:defRPr sz="2700"/>
            </a:lvl9pPr>
          </a:lstStyle>
          <a:p>
            <a:r>
              <a:t>xx%</a:t>
            </a:r>
          </a:p>
        </p:txBody>
      </p:sp>
      <p:sp>
        <p:nvSpPr>
          <p:cNvPr id="70" name="Google Shape;70;p13"/>
          <p:cNvSpPr txBox="1">
            <a:spLocks noGrp="1"/>
          </p:cNvSpPr>
          <p:nvPr>
            <p:ph type="title" idx="4" hasCustomPrompt="1"/>
          </p:nvPr>
        </p:nvSpPr>
        <p:spPr>
          <a:xfrm>
            <a:off x="3412200" y="1978850"/>
            <a:ext cx="630900" cy="572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2700"/>
              <a:buNone/>
              <a:defRPr sz="2700">
                <a:solidFill>
                  <a:schemeClr val="lt1"/>
                </a:solidFill>
              </a:defRPr>
            </a:lvl1pPr>
            <a:lvl2pPr lvl="1" rtl="0">
              <a:spcBef>
                <a:spcPts val="0"/>
              </a:spcBef>
              <a:spcAft>
                <a:spcPts val="0"/>
              </a:spcAft>
              <a:buSzPts val="2700"/>
              <a:buNone/>
              <a:defRPr sz="2700"/>
            </a:lvl2pPr>
            <a:lvl3pPr lvl="2" rtl="0">
              <a:spcBef>
                <a:spcPts val="0"/>
              </a:spcBef>
              <a:spcAft>
                <a:spcPts val="0"/>
              </a:spcAft>
              <a:buSzPts val="2700"/>
              <a:buNone/>
              <a:defRPr sz="2700"/>
            </a:lvl3pPr>
            <a:lvl4pPr lvl="3" rtl="0">
              <a:spcBef>
                <a:spcPts val="0"/>
              </a:spcBef>
              <a:spcAft>
                <a:spcPts val="0"/>
              </a:spcAft>
              <a:buSzPts val="2700"/>
              <a:buNone/>
              <a:defRPr sz="2700"/>
            </a:lvl4pPr>
            <a:lvl5pPr lvl="4" rtl="0">
              <a:spcBef>
                <a:spcPts val="0"/>
              </a:spcBef>
              <a:spcAft>
                <a:spcPts val="0"/>
              </a:spcAft>
              <a:buSzPts val="2700"/>
              <a:buNone/>
              <a:defRPr sz="2700"/>
            </a:lvl5pPr>
            <a:lvl6pPr lvl="5" rtl="0">
              <a:spcBef>
                <a:spcPts val="0"/>
              </a:spcBef>
              <a:spcAft>
                <a:spcPts val="0"/>
              </a:spcAft>
              <a:buSzPts val="2700"/>
              <a:buNone/>
              <a:defRPr sz="2700"/>
            </a:lvl6pPr>
            <a:lvl7pPr lvl="6" rtl="0">
              <a:spcBef>
                <a:spcPts val="0"/>
              </a:spcBef>
              <a:spcAft>
                <a:spcPts val="0"/>
              </a:spcAft>
              <a:buSzPts val="2700"/>
              <a:buNone/>
              <a:defRPr sz="2700"/>
            </a:lvl7pPr>
            <a:lvl8pPr lvl="7" rtl="0">
              <a:spcBef>
                <a:spcPts val="0"/>
              </a:spcBef>
              <a:spcAft>
                <a:spcPts val="0"/>
              </a:spcAft>
              <a:buSzPts val="2700"/>
              <a:buNone/>
              <a:defRPr sz="2700"/>
            </a:lvl8pPr>
            <a:lvl9pPr lvl="8" rtl="0">
              <a:spcBef>
                <a:spcPts val="0"/>
              </a:spcBef>
              <a:spcAft>
                <a:spcPts val="0"/>
              </a:spcAft>
              <a:buSzPts val="2700"/>
              <a:buNone/>
              <a:defRPr sz="2700"/>
            </a:lvl9pPr>
          </a:lstStyle>
          <a:p>
            <a:r>
              <a:t>xx%</a:t>
            </a:r>
          </a:p>
        </p:txBody>
      </p:sp>
      <p:sp>
        <p:nvSpPr>
          <p:cNvPr id="71" name="Google Shape;71;p13"/>
          <p:cNvSpPr txBox="1">
            <a:spLocks noGrp="1"/>
          </p:cNvSpPr>
          <p:nvPr>
            <p:ph type="title" idx="5" hasCustomPrompt="1"/>
          </p:nvPr>
        </p:nvSpPr>
        <p:spPr>
          <a:xfrm>
            <a:off x="3412200" y="3220401"/>
            <a:ext cx="630900" cy="572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2700"/>
              <a:buNone/>
              <a:defRPr sz="2700">
                <a:solidFill>
                  <a:schemeClr val="lt1"/>
                </a:solidFill>
              </a:defRPr>
            </a:lvl1pPr>
            <a:lvl2pPr lvl="1" rtl="0">
              <a:spcBef>
                <a:spcPts val="0"/>
              </a:spcBef>
              <a:spcAft>
                <a:spcPts val="0"/>
              </a:spcAft>
              <a:buSzPts val="2700"/>
              <a:buNone/>
              <a:defRPr sz="2700"/>
            </a:lvl2pPr>
            <a:lvl3pPr lvl="2" rtl="0">
              <a:spcBef>
                <a:spcPts val="0"/>
              </a:spcBef>
              <a:spcAft>
                <a:spcPts val="0"/>
              </a:spcAft>
              <a:buSzPts val="2700"/>
              <a:buNone/>
              <a:defRPr sz="2700"/>
            </a:lvl3pPr>
            <a:lvl4pPr lvl="3" rtl="0">
              <a:spcBef>
                <a:spcPts val="0"/>
              </a:spcBef>
              <a:spcAft>
                <a:spcPts val="0"/>
              </a:spcAft>
              <a:buSzPts val="2700"/>
              <a:buNone/>
              <a:defRPr sz="2700"/>
            </a:lvl4pPr>
            <a:lvl5pPr lvl="4" rtl="0">
              <a:spcBef>
                <a:spcPts val="0"/>
              </a:spcBef>
              <a:spcAft>
                <a:spcPts val="0"/>
              </a:spcAft>
              <a:buSzPts val="2700"/>
              <a:buNone/>
              <a:defRPr sz="2700"/>
            </a:lvl5pPr>
            <a:lvl6pPr lvl="5" rtl="0">
              <a:spcBef>
                <a:spcPts val="0"/>
              </a:spcBef>
              <a:spcAft>
                <a:spcPts val="0"/>
              </a:spcAft>
              <a:buSzPts val="2700"/>
              <a:buNone/>
              <a:defRPr sz="2700"/>
            </a:lvl6pPr>
            <a:lvl7pPr lvl="6" rtl="0">
              <a:spcBef>
                <a:spcPts val="0"/>
              </a:spcBef>
              <a:spcAft>
                <a:spcPts val="0"/>
              </a:spcAft>
              <a:buSzPts val="2700"/>
              <a:buNone/>
              <a:defRPr sz="2700"/>
            </a:lvl7pPr>
            <a:lvl8pPr lvl="7" rtl="0">
              <a:spcBef>
                <a:spcPts val="0"/>
              </a:spcBef>
              <a:spcAft>
                <a:spcPts val="0"/>
              </a:spcAft>
              <a:buSzPts val="2700"/>
              <a:buNone/>
              <a:defRPr sz="2700"/>
            </a:lvl8pPr>
            <a:lvl9pPr lvl="8" rtl="0">
              <a:spcBef>
                <a:spcPts val="0"/>
              </a:spcBef>
              <a:spcAft>
                <a:spcPts val="0"/>
              </a:spcAft>
              <a:buSzPts val="2700"/>
              <a:buNone/>
              <a:defRPr sz="2700"/>
            </a:lvl9pPr>
          </a:lstStyle>
          <a:p>
            <a:r>
              <a:t>xx%</a:t>
            </a:r>
          </a:p>
        </p:txBody>
      </p:sp>
      <p:sp>
        <p:nvSpPr>
          <p:cNvPr id="72" name="Google Shape;72;p13"/>
          <p:cNvSpPr txBox="1">
            <a:spLocks noGrp="1"/>
          </p:cNvSpPr>
          <p:nvPr>
            <p:ph type="title" idx="6" hasCustomPrompt="1"/>
          </p:nvPr>
        </p:nvSpPr>
        <p:spPr>
          <a:xfrm>
            <a:off x="5988925" y="1978850"/>
            <a:ext cx="630900" cy="572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2700"/>
              <a:buNone/>
              <a:defRPr sz="2700">
                <a:solidFill>
                  <a:schemeClr val="lt1"/>
                </a:solidFill>
              </a:defRPr>
            </a:lvl1pPr>
            <a:lvl2pPr lvl="1" rtl="0">
              <a:spcBef>
                <a:spcPts val="0"/>
              </a:spcBef>
              <a:spcAft>
                <a:spcPts val="0"/>
              </a:spcAft>
              <a:buSzPts val="2700"/>
              <a:buNone/>
              <a:defRPr sz="2700"/>
            </a:lvl2pPr>
            <a:lvl3pPr lvl="2" rtl="0">
              <a:spcBef>
                <a:spcPts val="0"/>
              </a:spcBef>
              <a:spcAft>
                <a:spcPts val="0"/>
              </a:spcAft>
              <a:buSzPts val="2700"/>
              <a:buNone/>
              <a:defRPr sz="2700"/>
            </a:lvl3pPr>
            <a:lvl4pPr lvl="3" rtl="0">
              <a:spcBef>
                <a:spcPts val="0"/>
              </a:spcBef>
              <a:spcAft>
                <a:spcPts val="0"/>
              </a:spcAft>
              <a:buSzPts val="2700"/>
              <a:buNone/>
              <a:defRPr sz="2700"/>
            </a:lvl4pPr>
            <a:lvl5pPr lvl="4" rtl="0">
              <a:spcBef>
                <a:spcPts val="0"/>
              </a:spcBef>
              <a:spcAft>
                <a:spcPts val="0"/>
              </a:spcAft>
              <a:buSzPts val="2700"/>
              <a:buNone/>
              <a:defRPr sz="2700"/>
            </a:lvl5pPr>
            <a:lvl6pPr lvl="5" rtl="0">
              <a:spcBef>
                <a:spcPts val="0"/>
              </a:spcBef>
              <a:spcAft>
                <a:spcPts val="0"/>
              </a:spcAft>
              <a:buSzPts val="2700"/>
              <a:buNone/>
              <a:defRPr sz="2700"/>
            </a:lvl6pPr>
            <a:lvl7pPr lvl="6" rtl="0">
              <a:spcBef>
                <a:spcPts val="0"/>
              </a:spcBef>
              <a:spcAft>
                <a:spcPts val="0"/>
              </a:spcAft>
              <a:buSzPts val="2700"/>
              <a:buNone/>
              <a:defRPr sz="2700"/>
            </a:lvl7pPr>
            <a:lvl8pPr lvl="7" rtl="0">
              <a:spcBef>
                <a:spcPts val="0"/>
              </a:spcBef>
              <a:spcAft>
                <a:spcPts val="0"/>
              </a:spcAft>
              <a:buSzPts val="2700"/>
              <a:buNone/>
              <a:defRPr sz="2700"/>
            </a:lvl8pPr>
            <a:lvl9pPr lvl="8" rtl="0">
              <a:spcBef>
                <a:spcPts val="0"/>
              </a:spcBef>
              <a:spcAft>
                <a:spcPts val="0"/>
              </a:spcAft>
              <a:buSzPts val="2700"/>
              <a:buNone/>
              <a:defRPr sz="2700"/>
            </a:lvl9pPr>
          </a:lstStyle>
          <a:p>
            <a:r>
              <a:t>xx%</a:t>
            </a:r>
          </a:p>
        </p:txBody>
      </p:sp>
      <p:sp>
        <p:nvSpPr>
          <p:cNvPr id="73" name="Google Shape;73;p13"/>
          <p:cNvSpPr txBox="1">
            <a:spLocks noGrp="1"/>
          </p:cNvSpPr>
          <p:nvPr>
            <p:ph type="title" idx="7" hasCustomPrompt="1"/>
          </p:nvPr>
        </p:nvSpPr>
        <p:spPr>
          <a:xfrm>
            <a:off x="5988925" y="3220401"/>
            <a:ext cx="630900" cy="572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2700"/>
              <a:buNone/>
              <a:defRPr sz="2700">
                <a:solidFill>
                  <a:schemeClr val="lt1"/>
                </a:solidFill>
              </a:defRPr>
            </a:lvl1pPr>
            <a:lvl2pPr lvl="1" rtl="0">
              <a:spcBef>
                <a:spcPts val="0"/>
              </a:spcBef>
              <a:spcAft>
                <a:spcPts val="0"/>
              </a:spcAft>
              <a:buSzPts val="2700"/>
              <a:buNone/>
              <a:defRPr sz="2700"/>
            </a:lvl2pPr>
            <a:lvl3pPr lvl="2" rtl="0">
              <a:spcBef>
                <a:spcPts val="0"/>
              </a:spcBef>
              <a:spcAft>
                <a:spcPts val="0"/>
              </a:spcAft>
              <a:buSzPts val="2700"/>
              <a:buNone/>
              <a:defRPr sz="2700"/>
            </a:lvl3pPr>
            <a:lvl4pPr lvl="3" rtl="0">
              <a:spcBef>
                <a:spcPts val="0"/>
              </a:spcBef>
              <a:spcAft>
                <a:spcPts val="0"/>
              </a:spcAft>
              <a:buSzPts val="2700"/>
              <a:buNone/>
              <a:defRPr sz="2700"/>
            </a:lvl4pPr>
            <a:lvl5pPr lvl="4" rtl="0">
              <a:spcBef>
                <a:spcPts val="0"/>
              </a:spcBef>
              <a:spcAft>
                <a:spcPts val="0"/>
              </a:spcAft>
              <a:buSzPts val="2700"/>
              <a:buNone/>
              <a:defRPr sz="2700"/>
            </a:lvl5pPr>
            <a:lvl6pPr lvl="5" rtl="0">
              <a:spcBef>
                <a:spcPts val="0"/>
              </a:spcBef>
              <a:spcAft>
                <a:spcPts val="0"/>
              </a:spcAft>
              <a:buSzPts val="2700"/>
              <a:buNone/>
              <a:defRPr sz="2700"/>
            </a:lvl6pPr>
            <a:lvl7pPr lvl="6" rtl="0">
              <a:spcBef>
                <a:spcPts val="0"/>
              </a:spcBef>
              <a:spcAft>
                <a:spcPts val="0"/>
              </a:spcAft>
              <a:buSzPts val="2700"/>
              <a:buNone/>
              <a:defRPr sz="2700"/>
            </a:lvl7pPr>
            <a:lvl8pPr lvl="7" rtl="0">
              <a:spcBef>
                <a:spcPts val="0"/>
              </a:spcBef>
              <a:spcAft>
                <a:spcPts val="0"/>
              </a:spcAft>
              <a:buSzPts val="2700"/>
              <a:buNone/>
              <a:defRPr sz="2700"/>
            </a:lvl8pPr>
            <a:lvl9pPr lvl="8" rtl="0">
              <a:spcBef>
                <a:spcPts val="0"/>
              </a:spcBef>
              <a:spcAft>
                <a:spcPts val="0"/>
              </a:spcAft>
              <a:buSzPts val="2700"/>
              <a:buNone/>
              <a:defRPr sz="2700"/>
            </a:lvl9pPr>
          </a:lstStyle>
          <a:p>
            <a:r>
              <a:t>xx%</a:t>
            </a:r>
          </a:p>
        </p:txBody>
      </p:sp>
      <p:sp>
        <p:nvSpPr>
          <p:cNvPr id="74" name="Google Shape;74;p13"/>
          <p:cNvSpPr txBox="1">
            <a:spLocks noGrp="1"/>
          </p:cNvSpPr>
          <p:nvPr>
            <p:ph type="subTitle" idx="1"/>
          </p:nvPr>
        </p:nvSpPr>
        <p:spPr>
          <a:xfrm>
            <a:off x="1466375" y="1977200"/>
            <a:ext cx="1688700" cy="576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Font typeface="Work Sans"/>
              <a:buNone/>
              <a:defRPr sz="2000">
                <a:solidFill>
                  <a:schemeClr val="dk1"/>
                </a:solidFill>
                <a:latin typeface="Work Sans"/>
                <a:ea typeface="Work Sans"/>
                <a:cs typeface="Work Sans"/>
                <a:sym typeface="Work Sans"/>
              </a:defRPr>
            </a:lvl1pPr>
            <a:lvl2pPr lvl="1" rtl="0">
              <a:lnSpc>
                <a:spcPct val="100000"/>
              </a:lnSpc>
              <a:spcBef>
                <a:spcPts val="0"/>
              </a:spcBef>
              <a:spcAft>
                <a:spcPts val="0"/>
              </a:spcAft>
              <a:buSzPts val="2000"/>
              <a:buFont typeface="Work Sans"/>
              <a:buNone/>
              <a:defRPr sz="2000">
                <a:latin typeface="Work Sans"/>
                <a:ea typeface="Work Sans"/>
                <a:cs typeface="Work Sans"/>
                <a:sym typeface="Work Sans"/>
              </a:defRPr>
            </a:lvl2pPr>
            <a:lvl3pPr lvl="2" rtl="0">
              <a:lnSpc>
                <a:spcPct val="100000"/>
              </a:lnSpc>
              <a:spcBef>
                <a:spcPts val="0"/>
              </a:spcBef>
              <a:spcAft>
                <a:spcPts val="0"/>
              </a:spcAft>
              <a:buSzPts val="2000"/>
              <a:buFont typeface="Work Sans"/>
              <a:buNone/>
              <a:defRPr sz="2000">
                <a:latin typeface="Work Sans"/>
                <a:ea typeface="Work Sans"/>
                <a:cs typeface="Work Sans"/>
                <a:sym typeface="Work Sans"/>
              </a:defRPr>
            </a:lvl3pPr>
            <a:lvl4pPr lvl="3" rtl="0">
              <a:lnSpc>
                <a:spcPct val="100000"/>
              </a:lnSpc>
              <a:spcBef>
                <a:spcPts val="0"/>
              </a:spcBef>
              <a:spcAft>
                <a:spcPts val="0"/>
              </a:spcAft>
              <a:buSzPts val="2000"/>
              <a:buFont typeface="Work Sans"/>
              <a:buNone/>
              <a:defRPr sz="2000">
                <a:latin typeface="Work Sans"/>
                <a:ea typeface="Work Sans"/>
                <a:cs typeface="Work Sans"/>
                <a:sym typeface="Work Sans"/>
              </a:defRPr>
            </a:lvl4pPr>
            <a:lvl5pPr lvl="4" rtl="0">
              <a:lnSpc>
                <a:spcPct val="100000"/>
              </a:lnSpc>
              <a:spcBef>
                <a:spcPts val="0"/>
              </a:spcBef>
              <a:spcAft>
                <a:spcPts val="0"/>
              </a:spcAft>
              <a:buSzPts val="2000"/>
              <a:buFont typeface="Work Sans"/>
              <a:buNone/>
              <a:defRPr sz="2000">
                <a:latin typeface="Work Sans"/>
                <a:ea typeface="Work Sans"/>
                <a:cs typeface="Work Sans"/>
                <a:sym typeface="Work Sans"/>
              </a:defRPr>
            </a:lvl5pPr>
            <a:lvl6pPr lvl="5" rtl="0">
              <a:lnSpc>
                <a:spcPct val="100000"/>
              </a:lnSpc>
              <a:spcBef>
                <a:spcPts val="0"/>
              </a:spcBef>
              <a:spcAft>
                <a:spcPts val="0"/>
              </a:spcAft>
              <a:buSzPts val="2000"/>
              <a:buFont typeface="Work Sans"/>
              <a:buNone/>
              <a:defRPr sz="2000">
                <a:latin typeface="Work Sans"/>
                <a:ea typeface="Work Sans"/>
                <a:cs typeface="Work Sans"/>
                <a:sym typeface="Work Sans"/>
              </a:defRPr>
            </a:lvl6pPr>
            <a:lvl7pPr lvl="6" rtl="0">
              <a:lnSpc>
                <a:spcPct val="100000"/>
              </a:lnSpc>
              <a:spcBef>
                <a:spcPts val="0"/>
              </a:spcBef>
              <a:spcAft>
                <a:spcPts val="0"/>
              </a:spcAft>
              <a:buSzPts val="2000"/>
              <a:buFont typeface="Work Sans"/>
              <a:buNone/>
              <a:defRPr sz="2000">
                <a:latin typeface="Work Sans"/>
                <a:ea typeface="Work Sans"/>
                <a:cs typeface="Work Sans"/>
                <a:sym typeface="Work Sans"/>
              </a:defRPr>
            </a:lvl7pPr>
            <a:lvl8pPr lvl="7" rtl="0">
              <a:lnSpc>
                <a:spcPct val="100000"/>
              </a:lnSpc>
              <a:spcBef>
                <a:spcPts val="0"/>
              </a:spcBef>
              <a:spcAft>
                <a:spcPts val="0"/>
              </a:spcAft>
              <a:buSzPts val="2000"/>
              <a:buFont typeface="Work Sans"/>
              <a:buNone/>
              <a:defRPr sz="2000">
                <a:latin typeface="Work Sans"/>
                <a:ea typeface="Work Sans"/>
                <a:cs typeface="Work Sans"/>
                <a:sym typeface="Work Sans"/>
              </a:defRPr>
            </a:lvl8pPr>
            <a:lvl9pPr lvl="8" rtl="0">
              <a:lnSpc>
                <a:spcPct val="100000"/>
              </a:lnSpc>
              <a:spcBef>
                <a:spcPts val="0"/>
              </a:spcBef>
              <a:spcAft>
                <a:spcPts val="0"/>
              </a:spcAft>
              <a:buSzPts val="2000"/>
              <a:buFont typeface="Work Sans"/>
              <a:buNone/>
              <a:defRPr sz="2000">
                <a:latin typeface="Work Sans"/>
                <a:ea typeface="Work Sans"/>
                <a:cs typeface="Work Sans"/>
                <a:sym typeface="Work Sans"/>
              </a:defRPr>
            </a:lvl9pPr>
          </a:lstStyle>
          <a:p>
            <a:endParaRPr/>
          </a:p>
        </p:txBody>
      </p:sp>
      <p:sp>
        <p:nvSpPr>
          <p:cNvPr id="75" name="Google Shape;75;p13"/>
          <p:cNvSpPr txBox="1">
            <a:spLocks noGrp="1"/>
          </p:cNvSpPr>
          <p:nvPr>
            <p:ph type="subTitle" idx="8"/>
          </p:nvPr>
        </p:nvSpPr>
        <p:spPr>
          <a:xfrm>
            <a:off x="4043100" y="1977200"/>
            <a:ext cx="1688700" cy="576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Font typeface="Work Sans"/>
              <a:buNone/>
              <a:defRPr sz="2000">
                <a:solidFill>
                  <a:schemeClr val="dk1"/>
                </a:solidFill>
                <a:latin typeface="Work Sans"/>
                <a:ea typeface="Work Sans"/>
                <a:cs typeface="Work Sans"/>
                <a:sym typeface="Work Sans"/>
              </a:defRPr>
            </a:lvl1pPr>
            <a:lvl2pPr lvl="1" rtl="0">
              <a:lnSpc>
                <a:spcPct val="100000"/>
              </a:lnSpc>
              <a:spcBef>
                <a:spcPts val="0"/>
              </a:spcBef>
              <a:spcAft>
                <a:spcPts val="0"/>
              </a:spcAft>
              <a:buSzPts val="2000"/>
              <a:buFont typeface="Work Sans"/>
              <a:buNone/>
              <a:defRPr sz="2000">
                <a:latin typeface="Work Sans"/>
                <a:ea typeface="Work Sans"/>
                <a:cs typeface="Work Sans"/>
                <a:sym typeface="Work Sans"/>
              </a:defRPr>
            </a:lvl2pPr>
            <a:lvl3pPr lvl="2" rtl="0">
              <a:lnSpc>
                <a:spcPct val="100000"/>
              </a:lnSpc>
              <a:spcBef>
                <a:spcPts val="0"/>
              </a:spcBef>
              <a:spcAft>
                <a:spcPts val="0"/>
              </a:spcAft>
              <a:buSzPts val="2000"/>
              <a:buFont typeface="Work Sans"/>
              <a:buNone/>
              <a:defRPr sz="2000">
                <a:latin typeface="Work Sans"/>
                <a:ea typeface="Work Sans"/>
                <a:cs typeface="Work Sans"/>
                <a:sym typeface="Work Sans"/>
              </a:defRPr>
            </a:lvl3pPr>
            <a:lvl4pPr lvl="3" rtl="0">
              <a:lnSpc>
                <a:spcPct val="100000"/>
              </a:lnSpc>
              <a:spcBef>
                <a:spcPts val="0"/>
              </a:spcBef>
              <a:spcAft>
                <a:spcPts val="0"/>
              </a:spcAft>
              <a:buSzPts val="2000"/>
              <a:buFont typeface="Work Sans"/>
              <a:buNone/>
              <a:defRPr sz="2000">
                <a:latin typeface="Work Sans"/>
                <a:ea typeface="Work Sans"/>
                <a:cs typeface="Work Sans"/>
                <a:sym typeface="Work Sans"/>
              </a:defRPr>
            </a:lvl4pPr>
            <a:lvl5pPr lvl="4" rtl="0">
              <a:lnSpc>
                <a:spcPct val="100000"/>
              </a:lnSpc>
              <a:spcBef>
                <a:spcPts val="0"/>
              </a:spcBef>
              <a:spcAft>
                <a:spcPts val="0"/>
              </a:spcAft>
              <a:buSzPts val="2000"/>
              <a:buFont typeface="Work Sans"/>
              <a:buNone/>
              <a:defRPr sz="2000">
                <a:latin typeface="Work Sans"/>
                <a:ea typeface="Work Sans"/>
                <a:cs typeface="Work Sans"/>
                <a:sym typeface="Work Sans"/>
              </a:defRPr>
            </a:lvl5pPr>
            <a:lvl6pPr lvl="5" rtl="0">
              <a:lnSpc>
                <a:spcPct val="100000"/>
              </a:lnSpc>
              <a:spcBef>
                <a:spcPts val="0"/>
              </a:spcBef>
              <a:spcAft>
                <a:spcPts val="0"/>
              </a:spcAft>
              <a:buSzPts val="2000"/>
              <a:buFont typeface="Work Sans"/>
              <a:buNone/>
              <a:defRPr sz="2000">
                <a:latin typeface="Work Sans"/>
                <a:ea typeface="Work Sans"/>
                <a:cs typeface="Work Sans"/>
                <a:sym typeface="Work Sans"/>
              </a:defRPr>
            </a:lvl6pPr>
            <a:lvl7pPr lvl="6" rtl="0">
              <a:lnSpc>
                <a:spcPct val="100000"/>
              </a:lnSpc>
              <a:spcBef>
                <a:spcPts val="0"/>
              </a:spcBef>
              <a:spcAft>
                <a:spcPts val="0"/>
              </a:spcAft>
              <a:buSzPts val="2000"/>
              <a:buFont typeface="Work Sans"/>
              <a:buNone/>
              <a:defRPr sz="2000">
                <a:latin typeface="Work Sans"/>
                <a:ea typeface="Work Sans"/>
                <a:cs typeface="Work Sans"/>
                <a:sym typeface="Work Sans"/>
              </a:defRPr>
            </a:lvl7pPr>
            <a:lvl8pPr lvl="7" rtl="0">
              <a:lnSpc>
                <a:spcPct val="100000"/>
              </a:lnSpc>
              <a:spcBef>
                <a:spcPts val="0"/>
              </a:spcBef>
              <a:spcAft>
                <a:spcPts val="0"/>
              </a:spcAft>
              <a:buSzPts val="2000"/>
              <a:buFont typeface="Work Sans"/>
              <a:buNone/>
              <a:defRPr sz="2000">
                <a:latin typeface="Work Sans"/>
                <a:ea typeface="Work Sans"/>
                <a:cs typeface="Work Sans"/>
                <a:sym typeface="Work Sans"/>
              </a:defRPr>
            </a:lvl8pPr>
            <a:lvl9pPr lvl="8" rtl="0">
              <a:lnSpc>
                <a:spcPct val="100000"/>
              </a:lnSpc>
              <a:spcBef>
                <a:spcPts val="0"/>
              </a:spcBef>
              <a:spcAft>
                <a:spcPts val="0"/>
              </a:spcAft>
              <a:buSzPts val="2000"/>
              <a:buFont typeface="Work Sans"/>
              <a:buNone/>
              <a:defRPr sz="2000">
                <a:latin typeface="Work Sans"/>
                <a:ea typeface="Work Sans"/>
                <a:cs typeface="Work Sans"/>
                <a:sym typeface="Work Sans"/>
              </a:defRPr>
            </a:lvl9pPr>
          </a:lstStyle>
          <a:p>
            <a:endParaRPr/>
          </a:p>
        </p:txBody>
      </p:sp>
      <p:sp>
        <p:nvSpPr>
          <p:cNvPr id="76" name="Google Shape;76;p13"/>
          <p:cNvSpPr txBox="1">
            <a:spLocks noGrp="1"/>
          </p:cNvSpPr>
          <p:nvPr>
            <p:ph type="subTitle" idx="9"/>
          </p:nvPr>
        </p:nvSpPr>
        <p:spPr>
          <a:xfrm>
            <a:off x="6619825" y="1977200"/>
            <a:ext cx="1688700" cy="576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Font typeface="Work Sans"/>
              <a:buNone/>
              <a:defRPr sz="2000">
                <a:solidFill>
                  <a:schemeClr val="dk1"/>
                </a:solidFill>
                <a:latin typeface="Work Sans"/>
                <a:ea typeface="Work Sans"/>
                <a:cs typeface="Work Sans"/>
                <a:sym typeface="Work Sans"/>
              </a:defRPr>
            </a:lvl1pPr>
            <a:lvl2pPr lvl="1" rtl="0">
              <a:lnSpc>
                <a:spcPct val="100000"/>
              </a:lnSpc>
              <a:spcBef>
                <a:spcPts val="0"/>
              </a:spcBef>
              <a:spcAft>
                <a:spcPts val="0"/>
              </a:spcAft>
              <a:buSzPts val="2000"/>
              <a:buFont typeface="Work Sans"/>
              <a:buNone/>
              <a:defRPr sz="2000">
                <a:latin typeface="Work Sans"/>
                <a:ea typeface="Work Sans"/>
                <a:cs typeface="Work Sans"/>
                <a:sym typeface="Work Sans"/>
              </a:defRPr>
            </a:lvl2pPr>
            <a:lvl3pPr lvl="2" rtl="0">
              <a:lnSpc>
                <a:spcPct val="100000"/>
              </a:lnSpc>
              <a:spcBef>
                <a:spcPts val="0"/>
              </a:spcBef>
              <a:spcAft>
                <a:spcPts val="0"/>
              </a:spcAft>
              <a:buSzPts val="2000"/>
              <a:buFont typeface="Work Sans"/>
              <a:buNone/>
              <a:defRPr sz="2000">
                <a:latin typeface="Work Sans"/>
                <a:ea typeface="Work Sans"/>
                <a:cs typeface="Work Sans"/>
                <a:sym typeface="Work Sans"/>
              </a:defRPr>
            </a:lvl3pPr>
            <a:lvl4pPr lvl="3" rtl="0">
              <a:lnSpc>
                <a:spcPct val="100000"/>
              </a:lnSpc>
              <a:spcBef>
                <a:spcPts val="0"/>
              </a:spcBef>
              <a:spcAft>
                <a:spcPts val="0"/>
              </a:spcAft>
              <a:buSzPts val="2000"/>
              <a:buFont typeface="Work Sans"/>
              <a:buNone/>
              <a:defRPr sz="2000">
                <a:latin typeface="Work Sans"/>
                <a:ea typeface="Work Sans"/>
                <a:cs typeface="Work Sans"/>
                <a:sym typeface="Work Sans"/>
              </a:defRPr>
            </a:lvl4pPr>
            <a:lvl5pPr lvl="4" rtl="0">
              <a:lnSpc>
                <a:spcPct val="100000"/>
              </a:lnSpc>
              <a:spcBef>
                <a:spcPts val="0"/>
              </a:spcBef>
              <a:spcAft>
                <a:spcPts val="0"/>
              </a:spcAft>
              <a:buSzPts val="2000"/>
              <a:buFont typeface="Work Sans"/>
              <a:buNone/>
              <a:defRPr sz="2000">
                <a:latin typeface="Work Sans"/>
                <a:ea typeface="Work Sans"/>
                <a:cs typeface="Work Sans"/>
                <a:sym typeface="Work Sans"/>
              </a:defRPr>
            </a:lvl5pPr>
            <a:lvl6pPr lvl="5" rtl="0">
              <a:lnSpc>
                <a:spcPct val="100000"/>
              </a:lnSpc>
              <a:spcBef>
                <a:spcPts val="0"/>
              </a:spcBef>
              <a:spcAft>
                <a:spcPts val="0"/>
              </a:spcAft>
              <a:buSzPts val="2000"/>
              <a:buFont typeface="Work Sans"/>
              <a:buNone/>
              <a:defRPr sz="2000">
                <a:latin typeface="Work Sans"/>
                <a:ea typeface="Work Sans"/>
                <a:cs typeface="Work Sans"/>
                <a:sym typeface="Work Sans"/>
              </a:defRPr>
            </a:lvl6pPr>
            <a:lvl7pPr lvl="6" rtl="0">
              <a:lnSpc>
                <a:spcPct val="100000"/>
              </a:lnSpc>
              <a:spcBef>
                <a:spcPts val="0"/>
              </a:spcBef>
              <a:spcAft>
                <a:spcPts val="0"/>
              </a:spcAft>
              <a:buSzPts val="2000"/>
              <a:buFont typeface="Work Sans"/>
              <a:buNone/>
              <a:defRPr sz="2000">
                <a:latin typeface="Work Sans"/>
                <a:ea typeface="Work Sans"/>
                <a:cs typeface="Work Sans"/>
                <a:sym typeface="Work Sans"/>
              </a:defRPr>
            </a:lvl7pPr>
            <a:lvl8pPr lvl="7" rtl="0">
              <a:lnSpc>
                <a:spcPct val="100000"/>
              </a:lnSpc>
              <a:spcBef>
                <a:spcPts val="0"/>
              </a:spcBef>
              <a:spcAft>
                <a:spcPts val="0"/>
              </a:spcAft>
              <a:buSzPts val="2000"/>
              <a:buFont typeface="Work Sans"/>
              <a:buNone/>
              <a:defRPr sz="2000">
                <a:latin typeface="Work Sans"/>
                <a:ea typeface="Work Sans"/>
                <a:cs typeface="Work Sans"/>
                <a:sym typeface="Work Sans"/>
              </a:defRPr>
            </a:lvl8pPr>
            <a:lvl9pPr lvl="8" rtl="0">
              <a:lnSpc>
                <a:spcPct val="100000"/>
              </a:lnSpc>
              <a:spcBef>
                <a:spcPts val="0"/>
              </a:spcBef>
              <a:spcAft>
                <a:spcPts val="0"/>
              </a:spcAft>
              <a:buSzPts val="2000"/>
              <a:buFont typeface="Work Sans"/>
              <a:buNone/>
              <a:defRPr sz="2000">
                <a:latin typeface="Work Sans"/>
                <a:ea typeface="Work Sans"/>
                <a:cs typeface="Work Sans"/>
                <a:sym typeface="Work Sans"/>
              </a:defRPr>
            </a:lvl9pPr>
          </a:lstStyle>
          <a:p>
            <a:endParaRPr/>
          </a:p>
        </p:txBody>
      </p:sp>
      <p:sp>
        <p:nvSpPr>
          <p:cNvPr id="77" name="Google Shape;77;p13"/>
          <p:cNvSpPr txBox="1">
            <a:spLocks noGrp="1"/>
          </p:cNvSpPr>
          <p:nvPr>
            <p:ph type="subTitle" idx="13"/>
          </p:nvPr>
        </p:nvSpPr>
        <p:spPr>
          <a:xfrm>
            <a:off x="1466375" y="3220476"/>
            <a:ext cx="16887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Font typeface="Work Sans"/>
              <a:buNone/>
              <a:defRPr sz="2000">
                <a:solidFill>
                  <a:schemeClr val="dk1"/>
                </a:solidFill>
                <a:latin typeface="Work Sans"/>
                <a:ea typeface="Work Sans"/>
                <a:cs typeface="Work Sans"/>
                <a:sym typeface="Work Sans"/>
              </a:defRPr>
            </a:lvl1pPr>
            <a:lvl2pPr lvl="1" rtl="0">
              <a:lnSpc>
                <a:spcPct val="100000"/>
              </a:lnSpc>
              <a:spcBef>
                <a:spcPts val="0"/>
              </a:spcBef>
              <a:spcAft>
                <a:spcPts val="0"/>
              </a:spcAft>
              <a:buSzPts val="2000"/>
              <a:buFont typeface="Work Sans"/>
              <a:buNone/>
              <a:defRPr sz="2000">
                <a:latin typeface="Work Sans"/>
                <a:ea typeface="Work Sans"/>
                <a:cs typeface="Work Sans"/>
                <a:sym typeface="Work Sans"/>
              </a:defRPr>
            </a:lvl2pPr>
            <a:lvl3pPr lvl="2" rtl="0">
              <a:lnSpc>
                <a:spcPct val="100000"/>
              </a:lnSpc>
              <a:spcBef>
                <a:spcPts val="0"/>
              </a:spcBef>
              <a:spcAft>
                <a:spcPts val="0"/>
              </a:spcAft>
              <a:buSzPts val="2000"/>
              <a:buFont typeface="Work Sans"/>
              <a:buNone/>
              <a:defRPr sz="2000">
                <a:latin typeface="Work Sans"/>
                <a:ea typeface="Work Sans"/>
                <a:cs typeface="Work Sans"/>
                <a:sym typeface="Work Sans"/>
              </a:defRPr>
            </a:lvl3pPr>
            <a:lvl4pPr lvl="3" rtl="0">
              <a:lnSpc>
                <a:spcPct val="100000"/>
              </a:lnSpc>
              <a:spcBef>
                <a:spcPts val="0"/>
              </a:spcBef>
              <a:spcAft>
                <a:spcPts val="0"/>
              </a:spcAft>
              <a:buSzPts val="2000"/>
              <a:buFont typeface="Work Sans"/>
              <a:buNone/>
              <a:defRPr sz="2000">
                <a:latin typeface="Work Sans"/>
                <a:ea typeface="Work Sans"/>
                <a:cs typeface="Work Sans"/>
                <a:sym typeface="Work Sans"/>
              </a:defRPr>
            </a:lvl4pPr>
            <a:lvl5pPr lvl="4" rtl="0">
              <a:lnSpc>
                <a:spcPct val="100000"/>
              </a:lnSpc>
              <a:spcBef>
                <a:spcPts val="0"/>
              </a:spcBef>
              <a:spcAft>
                <a:spcPts val="0"/>
              </a:spcAft>
              <a:buSzPts val="2000"/>
              <a:buFont typeface="Work Sans"/>
              <a:buNone/>
              <a:defRPr sz="2000">
                <a:latin typeface="Work Sans"/>
                <a:ea typeface="Work Sans"/>
                <a:cs typeface="Work Sans"/>
                <a:sym typeface="Work Sans"/>
              </a:defRPr>
            </a:lvl5pPr>
            <a:lvl6pPr lvl="5" rtl="0">
              <a:lnSpc>
                <a:spcPct val="100000"/>
              </a:lnSpc>
              <a:spcBef>
                <a:spcPts val="0"/>
              </a:spcBef>
              <a:spcAft>
                <a:spcPts val="0"/>
              </a:spcAft>
              <a:buSzPts val="2000"/>
              <a:buFont typeface="Work Sans"/>
              <a:buNone/>
              <a:defRPr sz="2000">
                <a:latin typeface="Work Sans"/>
                <a:ea typeface="Work Sans"/>
                <a:cs typeface="Work Sans"/>
                <a:sym typeface="Work Sans"/>
              </a:defRPr>
            </a:lvl6pPr>
            <a:lvl7pPr lvl="6" rtl="0">
              <a:lnSpc>
                <a:spcPct val="100000"/>
              </a:lnSpc>
              <a:spcBef>
                <a:spcPts val="0"/>
              </a:spcBef>
              <a:spcAft>
                <a:spcPts val="0"/>
              </a:spcAft>
              <a:buSzPts val="2000"/>
              <a:buFont typeface="Work Sans"/>
              <a:buNone/>
              <a:defRPr sz="2000">
                <a:latin typeface="Work Sans"/>
                <a:ea typeface="Work Sans"/>
                <a:cs typeface="Work Sans"/>
                <a:sym typeface="Work Sans"/>
              </a:defRPr>
            </a:lvl7pPr>
            <a:lvl8pPr lvl="7" rtl="0">
              <a:lnSpc>
                <a:spcPct val="100000"/>
              </a:lnSpc>
              <a:spcBef>
                <a:spcPts val="0"/>
              </a:spcBef>
              <a:spcAft>
                <a:spcPts val="0"/>
              </a:spcAft>
              <a:buSzPts val="2000"/>
              <a:buFont typeface="Work Sans"/>
              <a:buNone/>
              <a:defRPr sz="2000">
                <a:latin typeface="Work Sans"/>
                <a:ea typeface="Work Sans"/>
                <a:cs typeface="Work Sans"/>
                <a:sym typeface="Work Sans"/>
              </a:defRPr>
            </a:lvl8pPr>
            <a:lvl9pPr lvl="8" rtl="0">
              <a:lnSpc>
                <a:spcPct val="100000"/>
              </a:lnSpc>
              <a:spcBef>
                <a:spcPts val="0"/>
              </a:spcBef>
              <a:spcAft>
                <a:spcPts val="0"/>
              </a:spcAft>
              <a:buSzPts val="2000"/>
              <a:buFont typeface="Work Sans"/>
              <a:buNone/>
              <a:defRPr sz="2000">
                <a:latin typeface="Work Sans"/>
                <a:ea typeface="Work Sans"/>
                <a:cs typeface="Work Sans"/>
                <a:sym typeface="Work Sans"/>
              </a:defRPr>
            </a:lvl9pPr>
          </a:lstStyle>
          <a:p>
            <a:endParaRPr/>
          </a:p>
        </p:txBody>
      </p:sp>
      <p:sp>
        <p:nvSpPr>
          <p:cNvPr id="78" name="Google Shape;78;p13"/>
          <p:cNvSpPr txBox="1">
            <a:spLocks noGrp="1"/>
          </p:cNvSpPr>
          <p:nvPr>
            <p:ph type="subTitle" idx="14"/>
          </p:nvPr>
        </p:nvSpPr>
        <p:spPr>
          <a:xfrm>
            <a:off x="4043100" y="3220401"/>
            <a:ext cx="16887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Font typeface="Work Sans"/>
              <a:buNone/>
              <a:defRPr sz="2000">
                <a:solidFill>
                  <a:schemeClr val="dk1"/>
                </a:solidFill>
                <a:latin typeface="Work Sans"/>
                <a:ea typeface="Work Sans"/>
                <a:cs typeface="Work Sans"/>
                <a:sym typeface="Work Sans"/>
              </a:defRPr>
            </a:lvl1pPr>
            <a:lvl2pPr lvl="1" rtl="0">
              <a:lnSpc>
                <a:spcPct val="100000"/>
              </a:lnSpc>
              <a:spcBef>
                <a:spcPts val="0"/>
              </a:spcBef>
              <a:spcAft>
                <a:spcPts val="0"/>
              </a:spcAft>
              <a:buSzPts val="2000"/>
              <a:buFont typeface="Work Sans"/>
              <a:buNone/>
              <a:defRPr sz="2000">
                <a:latin typeface="Work Sans"/>
                <a:ea typeface="Work Sans"/>
                <a:cs typeface="Work Sans"/>
                <a:sym typeface="Work Sans"/>
              </a:defRPr>
            </a:lvl2pPr>
            <a:lvl3pPr lvl="2" rtl="0">
              <a:lnSpc>
                <a:spcPct val="100000"/>
              </a:lnSpc>
              <a:spcBef>
                <a:spcPts val="0"/>
              </a:spcBef>
              <a:spcAft>
                <a:spcPts val="0"/>
              </a:spcAft>
              <a:buSzPts val="2000"/>
              <a:buFont typeface="Work Sans"/>
              <a:buNone/>
              <a:defRPr sz="2000">
                <a:latin typeface="Work Sans"/>
                <a:ea typeface="Work Sans"/>
                <a:cs typeface="Work Sans"/>
                <a:sym typeface="Work Sans"/>
              </a:defRPr>
            </a:lvl3pPr>
            <a:lvl4pPr lvl="3" rtl="0">
              <a:lnSpc>
                <a:spcPct val="100000"/>
              </a:lnSpc>
              <a:spcBef>
                <a:spcPts val="0"/>
              </a:spcBef>
              <a:spcAft>
                <a:spcPts val="0"/>
              </a:spcAft>
              <a:buSzPts val="2000"/>
              <a:buFont typeface="Work Sans"/>
              <a:buNone/>
              <a:defRPr sz="2000">
                <a:latin typeface="Work Sans"/>
                <a:ea typeface="Work Sans"/>
                <a:cs typeface="Work Sans"/>
                <a:sym typeface="Work Sans"/>
              </a:defRPr>
            </a:lvl4pPr>
            <a:lvl5pPr lvl="4" rtl="0">
              <a:lnSpc>
                <a:spcPct val="100000"/>
              </a:lnSpc>
              <a:spcBef>
                <a:spcPts val="0"/>
              </a:spcBef>
              <a:spcAft>
                <a:spcPts val="0"/>
              </a:spcAft>
              <a:buSzPts val="2000"/>
              <a:buFont typeface="Work Sans"/>
              <a:buNone/>
              <a:defRPr sz="2000">
                <a:latin typeface="Work Sans"/>
                <a:ea typeface="Work Sans"/>
                <a:cs typeface="Work Sans"/>
                <a:sym typeface="Work Sans"/>
              </a:defRPr>
            </a:lvl5pPr>
            <a:lvl6pPr lvl="5" rtl="0">
              <a:lnSpc>
                <a:spcPct val="100000"/>
              </a:lnSpc>
              <a:spcBef>
                <a:spcPts val="0"/>
              </a:spcBef>
              <a:spcAft>
                <a:spcPts val="0"/>
              </a:spcAft>
              <a:buSzPts val="2000"/>
              <a:buFont typeface="Work Sans"/>
              <a:buNone/>
              <a:defRPr sz="2000">
                <a:latin typeface="Work Sans"/>
                <a:ea typeface="Work Sans"/>
                <a:cs typeface="Work Sans"/>
                <a:sym typeface="Work Sans"/>
              </a:defRPr>
            </a:lvl6pPr>
            <a:lvl7pPr lvl="6" rtl="0">
              <a:lnSpc>
                <a:spcPct val="100000"/>
              </a:lnSpc>
              <a:spcBef>
                <a:spcPts val="0"/>
              </a:spcBef>
              <a:spcAft>
                <a:spcPts val="0"/>
              </a:spcAft>
              <a:buSzPts val="2000"/>
              <a:buFont typeface="Work Sans"/>
              <a:buNone/>
              <a:defRPr sz="2000">
                <a:latin typeface="Work Sans"/>
                <a:ea typeface="Work Sans"/>
                <a:cs typeface="Work Sans"/>
                <a:sym typeface="Work Sans"/>
              </a:defRPr>
            </a:lvl7pPr>
            <a:lvl8pPr lvl="7" rtl="0">
              <a:lnSpc>
                <a:spcPct val="100000"/>
              </a:lnSpc>
              <a:spcBef>
                <a:spcPts val="0"/>
              </a:spcBef>
              <a:spcAft>
                <a:spcPts val="0"/>
              </a:spcAft>
              <a:buSzPts val="2000"/>
              <a:buFont typeface="Work Sans"/>
              <a:buNone/>
              <a:defRPr sz="2000">
                <a:latin typeface="Work Sans"/>
                <a:ea typeface="Work Sans"/>
                <a:cs typeface="Work Sans"/>
                <a:sym typeface="Work Sans"/>
              </a:defRPr>
            </a:lvl8pPr>
            <a:lvl9pPr lvl="8" rtl="0">
              <a:lnSpc>
                <a:spcPct val="100000"/>
              </a:lnSpc>
              <a:spcBef>
                <a:spcPts val="0"/>
              </a:spcBef>
              <a:spcAft>
                <a:spcPts val="0"/>
              </a:spcAft>
              <a:buSzPts val="2000"/>
              <a:buFont typeface="Work Sans"/>
              <a:buNone/>
              <a:defRPr sz="2000">
                <a:latin typeface="Work Sans"/>
                <a:ea typeface="Work Sans"/>
                <a:cs typeface="Work Sans"/>
                <a:sym typeface="Work Sans"/>
              </a:defRPr>
            </a:lvl9pPr>
          </a:lstStyle>
          <a:p>
            <a:endParaRPr/>
          </a:p>
        </p:txBody>
      </p:sp>
      <p:sp>
        <p:nvSpPr>
          <p:cNvPr id="79" name="Google Shape;79;p13"/>
          <p:cNvSpPr txBox="1">
            <a:spLocks noGrp="1"/>
          </p:cNvSpPr>
          <p:nvPr>
            <p:ph type="subTitle" idx="15"/>
          </p:nvPr>
        </p:nvSpPr>
        <p:spPr>
          <a:xfrm>
            <a:off x="6619826" y="3220401"/>
            <a:ext cx="16887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Font typeface="Work Sans"/>
              <a:buNone/>
              <a:defRPr sz="2000">
                <a:solidFill>
                  <a:schemeClr val="dk1"/>
                </a:solidFill>
                <a:latin typeface="Work Sans"/>
                <a:ea typeface="Work Sans"/>
                <a:cs typeface="Work Sans"/>
                <a:sym typeface="Work Sans"/>
              </a:defRPr>
            </a:lvl1pPr>
            <a:lvl2pPr lvl="1" rtl="0">
              <a:lnSpc>
                <a:spcPct val="100000"/>
              </a:lnSpc>
              <a:spcBef>
                <a:spcPts val="0"/>
              </a:spcBef>
              <a:spcAft>
                <a:spcPts val="0"/>
              </a:spcAft>
              <a:buSzPts val="2000"/>
              <a:buFont typeface="Work Sans"/>
              <a:buNone/>
              <a:defRPr sz="2000">
                <a:latin typeface="Work Sans"/>
                <a:ea typeface="Work Sans"/>
                <a:cs typeface="Work Sans"/>
                <a:sym typeface="Work Sans"/>
              </a:defRPr>
            </a:lvl2pPr>
            <a:lvl3pPr lvl="2" rtl="0">
              <a:lnSpc>
                <a:spcPct val="100000"/>
              </a:lnSpc>
              <a:spcBef>
                <a:spcPts val="0"/>
              </a:spcBef>
              <a:spcAft>
                <a:spcPts val="0"/>
              </a:spcAft>
              <a:buSzPts val="2000"/>
              <a:buFont typeface="Work Sans"/>
              <a:buNone/>
              <a:defRPr sz="2000">
                <a:latin typeface="Work Sans"/>
                <a:ea typeface="Work Sans"/>
                <a:cs typeface="Work Sans"/>
                <a:sym typeface="Work Sans"/>
              </a:defRPr>
            </a:lvl3pPr>
            <a:lvl4pPr lvl="3" rtl="0">
              <a:lnSpc>
                <a:spcPct val="100000"/>
              </a:lnSpc>
              <a:spcBef>
                <a:spcPts val="0"/>
              </a:spcBef>
              <a:spcAft>
                <a:spcPts val="0"/>
              </a:spcAft>
              <a:buSzPts val="2000"/>
              <a:buFont typeface="Work Sans"/>
              <a:buNone/>
              <a:defRPr sz="2000">
                <a:latin typeface="Work Sans"/>
                <a:ea typeface="Work Sans"/>
                <a:cs typeface="Work Sans"/>
                <a:sym typeface="Work Sans"/>
              </a:defRPr>
            </a:lvl4pPr>
            <a:lvl5pPr lvl="4" rtl="0">
              <a:lnSpc>
                <a:spcPct val="100000"/>
              </a:lnSpc>
              <a:spcBef>
                <a:spcPts val="0"/>
              </a:spcBef>
              <a:spcAft>
                <a:spcPts val="0"/>
              </a:spcAft>
              <a:buSzPts val="2000"/>
              <a:buFont typeface="Work Sans"/>
              <a:buNone/>
              <a:defRPr sz="2000">
                <a:latin typeface="Work Sans"/>
                <a:ea typeface="Work Sans"/>
                <a:cs typeface="Work Sans"/>
                <a:sym typeface="Work Sans"/>
              </a:defRPr>
            </a:lvl5pPr>
            <a:lvl6pPr lvl="5" rtl="0">
              <a:lnSpc>
                <a:spcPct val="100000"/>
              </a:lnSpc>
              <a:spcBef>
                <a:spcPts val="0"/>
              </a:spcBef>
              <a:spcAft>
                <a:spcPts val="0"/>
              </a:spcAft>
              <a:buSzPts val="2000"/>
              <a:buFont typeface="Work Sans"/>
              <a:buNone/>
              <a:defRPr sz="2000">
                <a:latin typeface="Work Sans"/>
                <a:ea typeface="Work Sans"/>
                <a:cs typeface="Work Sans"/>
                <a:sym typeface="Work Sans"/>
              </a:defRPr>
            </a:lvl6pPr>
            <a:lvl7pPr lvl="6" rtl="0">
              <a:lnSpc>
                <a:spcPct val="100000"/>
              </a:lnSpc>
              <a:spcBef>
                <a:spcPts val="0"/>
              </a:spcBef>
              <a:spcAft>
                <a:spcPts val="0"/>
              </a:spcAft>
              <a:buSzPts val="2000"/>
              <a:buFont typeface="Work Sans"/>
              <a:buNone/>
              <a:defRPr sz="2000">
                <a:latin typeface="Work Sans"/>
                <a:ea typeface="Work Sans"/>
                <a:cs typeface="Work Sans"/>
                <a:sym typeface="Work Sans"/>
              </a:defRPr>
            </a:lvl7pPr>
            <a:lvl8pPr lvl="7" rtl="0">
              <a:lnSpc>
                <a:spcPct val="100000"/>
              </a:lnSpc>
              <a:spcBef>
                <a:spcPts val="0"/>
              </a:spcBef>
              <a:spcAft>
                <a:spcPts val="0"/>
              </a:spcAft>
              <a:buSzPts val="2000"/>
              <a:buFont typeface="Work Sans"/>
              <a:buNone/>
              <a:defRPr sz="2000">
                <a:latin typeface="Work Sans"/>
                <a:ea typeface="Work Sans"/>
                <a:cs typeface="Work Sans"/>
                <a:sym typeface="Work Sans"/>
              </a:defRPr>
            </a:lvl8pPr>
            <a:lvl9pPr lvl="8" rtl="0">
              <a:lnSpc>
                <a:spcPct val="100000"/>
              </a:lnSpc>
              <a:spcBef>
                <a:spcPts val="0"/>
              </a:spcBef>
              <a:spcAft>
                <a:spcPts val="0"/>
              </a:spcAft>
              <a:buSzPts val="2000"/>
              <a:buFont typeface="Work Sans"/>
              <a:buNone/>
              <a:defRPr sz="2000">
                <a:latin typeface="Work Sans"/>
                <a:ea typeface="Work Sans"/>
                <a:cs typeface="Work Sans"/>
                <a:sym typeface="Work Sans"/>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05"/>
        <p:cNvGrpSpPr/>
        <p:nvPr/>
      </p:nvGrpSpPr>
      <p:grpSpPr>
        <a:xfrm>
          <a:off x="0" y="0"/>
          <a:ext cx="0" cy="0"/>
          <a:chOff x="0" y="0"/>
          <a:chExt cx="0" cy="0"/>
        </a:xfrm>
      </p:grpSpPr>
      <p:pic>
        <p:nvPicPr>
          <p:cNvPr id="106" name="Google Shape;106;p18"/>
          <p:cNvPicPr preferRelativeResize="0"/>
          <p:nvPr/>
        </p:nvPicPr>
        <p:blipFill rotWithShape="1">
          <a:blip r:embed="rId2">
            <a:alphaModFix/>
          </a:blip>
          <a:srcRect/>
          <a:stretch/>
        </p:blipFill>
        <p:spPr>
          <a:xfrm>
            <a:off x="0" y="0"/>
            <a:ext cx="9144000" cy="5143492"/>
          </a:xfrm>
          <a:prstGeom prst="rect">
            <a:avLst/>
          </a:prstGeom>
          <a:noFill/>
          <a:ln>
            <a:noFill/>
          </a:ln>
        </p:spPr>
      </p:pic>
      <p:pic>
        <p:nvPicPr>
          <p:cNvPr id="107" name="Google Shape;107;p18"/>
          <p:cNvPicPr preferRelativeResize="0"/>
          <p:nvPr/>
        </p:nvPicPr>
        <p:blipFill rotWithShape="1">
          <a:blip r:embed="rId3">
            <a:alphaModFix/>
          </a:blip>
          <a:srcRect l="50263" t="19257" r="33687" b="40262"/>
          <a:stretch/>
        </p:blipFill>
        <p:spPr>
          <a:xfrm rot="819299">
            <a:off x="-890321" y="-609887"/>
            <a:ext cx="1763889" cy="2502703"/>
          </a:xfrm>
          <a:prstGeom prst="rect">
            <a:avLst/>
          </a:prstGeom>
          <a:noFill/>
          <a:ln>
            <a:noFill/>
          </a:ln>
        </p:spPr>
      </p:pic>
      <p:sp>
        <p:nvSpPr>
          <p:cNvPr id="108" name="Google Shape;108;p18"/>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9" name="Google Shape;109;p18"/>
          <p:cNvSpPr txBox="1">
            <a:spLocks noGrp="1"/>
          </p:cNvSpPr>
          <p:nvPr>
            <p:ph type="subTitle" idx="1"/>
          </p:nvPr>
        </p:nvSpPr>
        <p:spPr>
          <a:xfrm>
            <a:off x="5313475" y="2367651"/>
            <a:ext cx="2322300" cy="16065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0" name="Google Shape;110;p18"/>
          <p:cNvSpPr txBox="1">
            <a:spLocks noGrp="1"/>
          </p:cNvSpPr>
          <p:nvPr>
            <p:ph type="subTitle" idx="2"/>
          </p:nvPr>
        </p:nvSpPr>
        <p:spPr>
          <a:xfrm>
            <a:off x="1971300" y="2367651"/>
            <a:ext cx="2322300" cy="16065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1" name="Google Shape;111;p18"/>
          <p:cNvSpPr txBox="1">
            <a:spLocks noGrp="1"/>
          </p:cNvSpPr>
          <p:nvPr>
            <p:ph type="subTitle" idx="3"/>
          </p:nvPr>
        </p:nvSpPr>
        <p:spPr>
          <a:xfrm>
            <a:off x="1971301" y="1982375"/>
            <a:ext cx="2322300" cy="4572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Work Sans"/>
              <a:buNone/>
              <a:defRPr sz="2000">
                <a:solidFill>
                  <a:schemeClr val="dk1"/>
                </a:solidFill>
                <a:latin typeface="Work Sans"/>
                <a:ea typeface="Work Sans"/>
                <a:cs typeface="Work Sans"/>
                <a:sym typeface="Work Sans"/>
              </a:defRPr>
            </a:lvl1pPr>
            <a:lvl2pPr lvl="1" algn="ctr" rtl="0">
              <a:lnSpc>
                <a:spcPct val="100000"/>
              </a:lnSpc>
              <a:spcBef>
                <a:spcPts val="0"/>
              </a:spcBef>
              <a:spcAft>
                <a:spcPts val="0"/>
              </a:spcAft>
              <a:buSzPts val="2000"/>
              <a:buFont typeface="Work Sans"/>
              <a:buNone/>
              <a:defRPr sz="2000">
                <a:latin typeface="Work Sans"/>
                <a:ea typeface="Work Sans"/>
                <a:cs typeface="Work Sans"/>
                <a:sym typeface="Work Sans"/>
              </a:defRPr>
            </a:lvl2pPr>
            <a:lvl3pPr lvl="2" algn="ctr" rtl="0">
              <a:lnSpc>
                <a:spcPct val="100000"/>
              </a:lnSpc>
              <a:spcBef>
                <a:spcPts val="0"/>
              </a:spcBef>
              <a:spcAft>
                <a:spcPts val="0"/>
              </a:spcAft>
              <a:buSzPts val="2000"/>
              <a:buFont typeface="Work Sans"/>
              <a:buNone/>
              <a:defRPr sz="2000">
                <a:latin typeface="Work Sans"/>
                <a:ea typeface="Work Sans"/>
                <a:cs typeface="Work Sans"/>
                <a:sym typeface="Work Sans"/>
              </a:defRPr>
            </a:lvl3pPr>
            <a:lvl4pPr lvl="3" algn="ctr" rtl="0">
              <a:lnSpc>
                <a:spcPct val="100000"/>
              </a:lnSpc>
              <a:spcBef>
                <a:spcPts val="0"/>
              </a:spcBef>
              <a:spcAft>
                <a:spcPts val="0"/>
              </a:spcAft>
              <a:buSzPts val="2000"/>
              <a:buFont typeface="Work Sans"/>
              <a:buNone/>
              <a:defRPr sz="2000">
                <a:latin typeface="Work Sans"/>
                <a:ea typeface="Work Sans"/>
                <a:cs typeface="Work Sans"/>
                <a:sym typeface="Work Sans"/>
              </a:defRPr>
            </a:lvl4pPr>
            <a:lvl5pPr lvl="4" algn="ctr" rtl="0">
              <a:lnSpc>
                <a:spcPct val="100000"/>
              </a:lnSpc>
              <a:spcBef>
                <a:spcPts val="0"/>
              </a:spcBef>
              <a:spcAft>
                <a:spcPts val="0"/>
              </a:spcAft>
              <a:buSzPts val="2000"/>
              <a:buFont typeface="Work Sans"/>
              <a:buNone/>
              <a:defRPr sz="2000">
                <a:latin typeface="Work Sans"/>
                <a:ea typeface="Work Sans"/>
                <a:cs typeface="Work Sans"/>
                <a:sym typeface="Work Sans"/>
              </a:defRPr>
            </a:lvl5pPr>
            <a:lvl6pPr lvl="5" algn="ctr" rtl="0">
              <a:lnSpc>
                <a:spcPct val="100000"/>
              </a:lnSpc>
              <a:spcBef>
                <a:spcPts val="0"/>
              </a:spcBef>
              <a:spcAft>
                <a:spcPts val="0"/>
              </a:spcAft>
              <a:buSzPts val="2000"/>
              <a:buFont typeface="Work Sans"/>
              <a:buNone/>
              <a:defRPr sz="2000">
                <a:latin typeface="Work Sans"/>
                <a:ea typeface="Work Sans"/>
                <a:cs typeface="Work Sans"/>
                <a:sym typeface="Work Sans"/>
              </a:defRPr>
            </a:lvl6pPr>
            <a:lvl7pPr lvl="6" algn="ctr" rtl="0">
              <a:lnSpc>
                <a:spcPct val="100000"/>
              </a:lnSpc>
              <a:spcBef>
                <a:spcPts val="0"/>
              </a:spcBef>
              <a:spcAft>
                <a:spcPts val="0"/>
              </a:spcAft>
              <a:buSzPts val="2000"/>
              <a:buFont typeface="Work Sans"/>
              <a:buNone/>
              <a:defRPr sz="2000">
                <a:latin typeface="Work Sans"/>
                <a:ea typeface="Work Sans"/>
                <a:cs typeface="Work Sans"/>
                <a:sym typeface="Work Sans"/>
              </a:defRPr>
            </a:lvl7pPr>
            <a:lvl8pPr lvl="7" algn="ctr" rtl="0">
              <a:lnSpc>
                <a:spcPct val="100000"/>
              </a:lnSpc>
              <a:spcBef>
                <a:spcPts val="0"/>
              </a:spcBef>
              <a:spcAft>
                <a:spcPts val="0"/>
              </a:spcAft>
              <a:buSzPts val="2000"/>
              <a:buFont typeface="Work Sans"/>
              <a:buNone/>
              <a:defRPr sz="2000">
                <a:latin typeface="Work Sans"/>
                <a:ea typeface="Work Sans"/>
                <a:cs typeface="Work Sans"/>
                <a:sym typeface="Work Sans"/>
              </a:defRPr>
            </a:lvl8pPr>
            <a:lvl9pPr lvl="8" algn="ctr" rtl="0">
              <a:lnSpc>
                <a:spcPct val="100000"/>
              </a:lnSpc>
              <a:spcBef>
                <a:spcPts val="0"/>
              </a:spcBef>
              <a:spcAft>
                <a:spcPts val="0"/>
              </a:spcAft>
              <a:buSzPts val="2000"/>
              <a:buFont typeface="Work Sans"/>
              <a:buNone/>
              <a:defRPr sz="2000">
                <a:latin typeface="Work Sans"/>
                <a:ea typeface="Work Sans"/>
                <a:cs typeface="Work Sans"/>
                <a:sym typeface="Work Sans"/>
              </a:defRPr>
            </a:lvl9pPr>
          </a:lstStyle>
          <a:p>
            <a:endParaRPr/>
          </a:p>
        </p:txBody>
      </p:sp>
      <p:sp>
        <p:nvSpPr>
          <p:cNvPr id="112" name="Google Shape;112;p18"/>
          <p:cNvSpPr txBox="1">
            <a:spLocks noGrp="1"/>
          </p:cNvSpPr>
          <p:nvPr>
            <p:ph type="subTitle" idx="4"/>
          </p:nvPr>
        </p:nvSpPr>
        <p:spPr>
          <a:xfrm>
            <a:off x="5313498" y="1982375"/>
            <a:ext cx="2322300" cy="4572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Work Sans"/>
              <a:buNone/>
              <a:defRPr sz="2000">
                <a:solidFill>
                  <a:schemeClr val="dk1"/>
                </a:solidFill>
                <a:latin typeface="Work Sans"/>
                <a:ea typeface="Work Sans"/>
                <a:cs typeface="Work Sans"/>
                <a:sym typeface="Work Sans"/>
              </a:defRPr>
            </a:lvl1pPr>
            <a:lvl2pPr lvl="1" algn="ctr" rtl="0">
              <a:lnSpc>
                <a:spcPct val="100000"/>
              </a:lnSpc>
              <a:spcBef>
                <a:spcPts val="0"/>
              </a:spcBef>
              <a:spcAft>
                <a:spcPts val="0"/>
              </a:spcAft>
              <a:buSzPts val="2000"/>
              <a:buFont typeface="Work Sans"/>
              <a:buNone/>
              <a:defRPr sz="2000">
                <a:latin typeface="Work Sans"/>
                <a:ea typeface="Work Sans"/>
                <a:cs typeface="Work Sans"/>
                <a:sym typeface="Work Sans"/>
              </a:defRPr>
            </a:lvl2pPr>
            <a:lvl3pPr lvl="2" algn="ctr" rtl="0">
              <a:lnSpc>
                <a:spcPct val="100000"/>
              </a:lnSpc>
              <a:spcBef>
                <a:spcPts val="0"/>
              </a:spcBef>
              <a:spcAft>
                <a:spcPts val="0"/>
              </a:spcAft>
              <a:buSzPts val="2000"/>
              <a:buFont typeface="Work Sans"/>
              <a:buNone/>
              <a:defRPr sz="2000">
                <a:latin typeface="Work Sans"/>
                <a:ea typeface="Work Sans"/>
                <a:cs typeface="Work Sans"/>
                <a:sym typeface="Work Sans"/>
              </a:defRPr>
            </a:lvl3pPr>
            <a:lvl4pPr lvl="3" algn="ctr" rtl="0">
              <a:lnSpc>
                <a:spcPct val="100000"/>
              </a:lnSpc>
              <a:spcBef>
                <a:spcPts val="0"/>
              </a:spcBef>
              <a:spcAft>
                <a:spcPts val="0"/>
              </a:spcAft>
              <a:buSzPts val="2000"/>
              <a:buFont typeface="Work Sans"/>
              <a:buNone/>
              <a:defRPr sz="2000">
                <a:latin typeface="Work Sans"/>
                <a:ea typeface="Work Sans"/>
                <a:cs typeface="Work Sans"/>
                <a:sym typeface="Work Sans"/>
              </a:defRPr>
            </a:lvl4pPr>
            <a:lvl5pPr lvl="4" algn="ctr" rtl="0">
              <a:lnSpc>
                <a:spcPct val="100000"/>
              </a:lnSpc>
              <a:spcBef>
                <a:spcPts val="0"/>
              </a:spcBef>
              <a:spcAft>
                <a:spcPts val="0"/>
              </a:spcAft>
              <a:buSzPts val="2000"/>
              <a:buFont typeface="Work Sans"/>
              <a:buNone/>
              <a:defRPr sz="2000">
                <a:latin typeface="Work Sans"/>
                <a:ea typeface="Work Sans"/>
                <a:cs typeface="Work Sans"/>
                <a:sym typeface="Work Sans"/>
              </a:defRPr>
            </a:lvl5pPr>
            <a:lvl6pPr lvl="5" algn="ctr" rtl="0">
              <a:lnSpc>
                <a:spcPct val="100000"/>
              </a:lnSpc>
              <a:spcBef>
                <a:spcPts val="0"/>
              </a:spcBef>
              <a:spcAft>
                <a:spcPts val="0"/>
              </a:spcAft>
              <a:buSzPts val="2000"/>
              <a:buFont typeface="Work Sans"/>
              <a:buNone/>
              <a:defRPr sz="2000">
                <a:latin typeface="Work Sans"/>
                <a:ea typeface="Work Sans"/>
                <a:cs typeface="Work Sans"/>
                <a:sym typeface="Work Sans"/>
              </a:defRPr>
            </a:lvl6pPr>
            <a:lvl7pPr lvl="6" algn="ctr" rtl="0">
              <a:lnSpc>
                <a:spcPct val="100000"/>
              </a:lnSpc>
              <a:spcBef>
                <a:spcPts val="0"/>
              </a:spcBef>
              <a:spcAft>
                <a:spcPts val="0"/>
              </a:spcAft>
              <a:buSzPts val="2000"/>
              <a:buFont typeface="Work Sans"/>
              <a:buNone/>
              <a:defRPr sz="2000">
                <a:latin typeface="Work Sans"/>
                <a:ea typeface="Work Sans"/>
                <a:cs typeface="Work Sans"/>
                <a:sym typeface="Work Sans"/>
              </a:defRPr>
            </a:lvl7pPr>
            <a:lvl8pPr lvl="7" algn="ctr" rtl="0">
              <a:lnSpc>
                <a:spcPct val="100000"/>
              </a:lnSpc>
              <a:spcBef>
                <a:spcPts val="0"/>
              </a:spcBef>
              <a:spcAft>
                <a:spcPts val="0"/>
              </a:spcAft>
              <a:buSzPts val="2000"/>
              <a:buFont typeface="Work Sans"/>
              <a:buNone/>
              <a:defRPr sz="2000">
                <a:latin typeface="Work Sans"/>
                <a:ea typeface="Work Sans"/>
                <a:cs typeface="Work Sans"/>
                <a:sym typeface="Work Sans"/>
              </a:defRPr>
            </a:lvl8pPr>
            <a:lvl9pPr lvl="8" algn="ctr" rtl="0">
              <a:lnSpc>
                <a:spcPct val="100000"/>
              </a:lnSpc>
              <a:spcBef>
                <a:spcPts val="0"/>
              </a:spcBef>
              <a:spcAft>
                <a:spcPts val="0"/>
              </a:spcAft>
              <a:buSzPts val="2000"/>
              <a:buFont typeface="Work Sans"/>
              <a:buNone/>
              <a:defRPr sz="2000">
                <a:latin typeface="Work Sans"/>
                <a:ea typeface="Work Sans"/>
                <a:cs typeface="Work Sans"/>
                <a:sym typeface="Work Sans"/>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113"/>
        <p:cNvGrpSpPr/>
        <p:nvPr/>
      </p:nvGrpSpPr>
      <p:grpSpPr>
        <a:xfrm>
          <a:off x="0" y="0"/>
          <a:ext cx="0" cy="0"/>
          <a:chOff x="0" y="0"/>
          <a:chExt cx="0" cy="0"/>
        </a:xfrm>
      </p:grpSpPr>
      <p:pic>
        <p:nvPicPr>
          <p:cNvPr id="114" name="Google Shape;114;p19"/>
          <p:cNvPicPr preferRelativeResize="0"/>
          <p:nvPr/>
        </p:nvPicPr>
        <p:blipFill rotWithShape="1">
          <a:blip r:embed="rId2">
            <a:alphaModFix/>
          </a:blip>
          <a:srcRect/>
          <a:stretch/>
        </p:blipFill>
        <p:spPr>
          <a:xfrm flipH="1">
            <a:off x="0" y="0"/>
            <a:ext cx="9144000" cy="5143492"/>
          </a:xfrm>
          <a:prstGeom prst="rect">
            <a:avLst/>
          </a:prstGeom>
          <a:noFill/>
          <a:ln>
            <a:noFill/>
          </a:ln>
        </p:spPr>
      </p:pic>
      <p:pic>
        <p:nvPicPr>
          <p:cNvPr id="115" name="Google Shape;115;p19"/>
          <p:cNvPicPr preferRelativeResize="0"/>
          <p:nvPr/>
        </p:nvPicPr>
        <p:blipFill rotWithShape="1">
          <a:blip r:embed="rId3">
            <a:alphaModFix/>
          </a:blip>
          <a:srcRect l="45669" t="10651" r="28534" b="52509"/>
          <a:stretch/>
        </p:blipFill>
        <p:spPr>
          <a:xfrm rot="5142910">
            <a:off x="-393240" y="3665324"/>
            <a:ext cx="2019456" cy="1622278"/>
          </a:xfrm>
          <a:prstGeom prst="rect">
            <a:avLst/>
          </a:prstGeom>
          <a:noFill/>
          <a:ln>
            <a:noFill/>
          </a:ln>
        </p:spPr>
      </p:pic>
      <p:sp>
        <p:nvSpPr>
          <p:cNvPr id="116" name="Google Shape;116;p19"/>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7" name="Google Shape;117;p19"/>
          <p:cNvSpPr txBox="1">
            <a:spLocks noGrp="1"/>
          </p:cNvSpPr>
          <p:nvPr>
            <p:ph type="subTitle" idx="1"/>
          </p:nvPr>
        </p:nvSpPr>
        <p:spPr>
          <a:xfrm>
            <a:off x="965250" y="3171950"/>
            <a:ext cx="7213500" cy="9489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8" name="Google Shape;118;p19"/>
          <p:cNvSpPr txBox="1">
            <a:spLocks noGrp="1"/>
          </p:cNvSpPr>
          <p:nvPr>
            <p:ph type="subTitle" idx="2"/>
          </p:nvPr>
        </p:nvSpPr>
        <p:spPr>
          <a:xfrm>
            <a:off x="965250" y="1667625"/>
            <a:ext cx="7213500" cy="9489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166"/>
        <p:cNvGrpSpPr/>
        <p:nvPr/>
      </p:nvGrpSpPr>
      <p:grpSpPr>
        <a:xfrm>
          <a:off x="0" y="0"/>
          <a:ext cx="0" cy="0"/>
          <a:chOff x="0" y="0"/>
          <a:chExt cx="0" cy="0"/>
        </a:xfrm>
      </p:grpSpPr>
      <p:pic>
        <p:nvPicPr>
          <p:cNvPr id="167" name="Google Shape;167;p24"/>
          <p:cNvPicPr preferRelativeResize="0"/>
          <p:nvPr/>
        </p:nvPicPr>
        <p:blipFill rotWithShape="1">
          <a:blip r:embed="rId2">
            <a:alphaModFix/>
          </a:blip>
          <a:srcRect/>
          <a:stretch/>
        </p:blipFill>
        <p:spPr>
          <a:xfrm flipH="1">
            <a:off x="0" y="0"/>
            <a:ext cx="9144000" cy="5143492"/>
          </a:xfrm>
          <a:prstGeom prst="rect">
            <a:avLst/>
          </a:prstGeom>
          <a:noFill/>
          <a:ln>
            <a:noFill/>
          </a:ln>
        </p:spPr>
      </p:pic>
      <p:pic>
        <p:nvPicPr>
          <p:cNvPr id="168" name="Google Shape;168;p24"/>
          <p:cNvPicPr preferRelativeResize="0"/>
          <p:nvPr/>
        </p:nvPicPr>
        <p:blipFill rotWithShape="1">
          <a:blip r:embed="rId3">
            <a:alphaModFix/>
          </a:blip>
          <a:srcRect l="47772" r="30509" b="39017"/>
          <a:stretch/>
        </p:blipFill>
        <p:spPr>
          <a:xfrm rot="1096157">
            <a:off x="7437775" y="3035664"/>
            <a:ext cx="1986003" cy="3136674"/>
          </a:xfrm>
          <a:prstGeom prst="rect">
            <a:avLst/>
          </a:prstGeom>
          <a:noFill/>
          <a:ln>
            <a:noFill/>
          </a:ln>
        </p:spPr>
      </p:pic>
      <p:sp>
        <p:nvSpPr>
          <p:cNvPr id="169" name="Google Shape;169;p24"/>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2">
  <p:cSld name="CUSTOM_11">
    <p:spTree>
      <p:nvGrpSpPr>
        <p:cNvPr id="1" name="Shape 170"/>
        <p:cNvGrpSpPr/>
        <p:nvPr/>
      </p:nvGrpSpPr>
      <p:grpSpPr>
        <a:xfrm>
          <a:off x="0" y="0"/>
          <a:ext cx="0" cy="0"/>
          <a:chOff x="0" y="0"/>
          <a:chExt cx="0" cy="0"/>
        </a:xfrm>
      </p:grpSpPr>
      <p:pic>
        <p:nvPicPr>
          <p:cNvPr id="171" name="Google Shape;171;p25"/>
          <p:cNvPicPr preferRelativeResize="0"/>
          <p:nvPr/>
        </p:nvPicPr>
        <p:blipFill rotWithShape="1">
          <a:blip r:embed="rId2">
            <a:alphaModFix/>
          </a:blip>
          <a:srcRect/>
          <a:stretch/>
        </p:blipFill>
        <p:spPr>
          <a:xfrm rot="10800000">
            <a:off x="0" y="0"/>
            <a:ext cx="9144000" cy="5143492"/>
          </a:xfrm>
          <a:prstGeom prst="rect">
            <a:avLst/>
          </a:prstGeom>
          <a:noFill/>
          <a:ln>
            <a:noFill/>
          </a:ln>
        </p:spPr>
      </p:pic>
      <p:pic>
        <p:nvPicPr>
          <p:cNvPr id="172" name="Google Shape;172;p25"/>
          <p:cNvPicPr preferRelativeResize="0"/>
          <p:nvPr/>
        </p:nvPicPr>
        <p:blipFill rotWithShape="1">
          <a:blip r:embed="rId3">
            <a:alphaModFix/>
          </a:blip>
          <a:srcRect l="21832" t="468" r="35392" b="37180"/>
          <a:stretch/>
        </p:blipFill>
        <p:spPr>
          <a:xfrm rot="-3000942">
            <a:off x="6522348" y="-1479442"/>
            <a:ext cx="3210927" cy="2632506"/>
          </a:xfrm>
          <a:prstGeom prst="rect">
            <a:avLst/>
          </a:prstGeom>
          <a:noFill/>
          <a:ln>
            <a:noFill/>
          </a:ln>
        </p:spPr>
      </p:pic>
      <p:sp>
        <p:nvSpPr>
          <p:cNvPr id="173" name="Google Shape;173;p25"/>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86"/>
        <p:cNvGrpSpPr/>
        <p:nvPr/>
      </p:nvGrpSpPr>
      <p:grpSpPr>
        <a:xfrm>
          <a:off x="0" y="0"/>
          <a:ext cx="0" cy="0"/>
          <a:chOff x="0" y="0"/>
          <a:chExt cx="0" cy="0"/>
        </a:xfrm>
      </p:grpSpPr>
      <p:pic>
        <p:nvPicPr>
          <p:cNvPr id="187" name="Google Shape;187;p28"/>
          <p:cNvPicPr preferRelativeResize="0"/>
          <p:nvPr/>
        </p:nvPicPr>
        <p:blipFill rotWithShape="1">
          <a:blip r:embed="rId2">
            <a:alphaModFix/>
          </a:blip>
          <a:srcRect/>
          <a:stretch/>
        </p:blipFill>
        <p:spPr>
          <a:xfrm>
            <a:off x="0" y="0"/>
            <a:ext cx="9144000" cy="5143492"/>
          </a:xfrm>
          <a:prstGeom prst="rect">
            <a:avLst/>
          </a:prstGeom>
          <a:noFill/>
          <a:ln>
            <a:noFill/>
          </a:ln>
        </p:spPr>
      </p:pic>
      <p:pic>
        <p:nvPicPr>
          <p:cNvPr id="188" name="Google Shape;188;p28"/>
          <p:cNvPicPr preferRelativeResize="0"/>
          <p:nvPr/>
        </p:nvPicPr>
        <p:blipFill rotWithShape="1">
          <a:blip r:embed="rId3">
            <a:alphaModFix/>
          </a:blip>
          <a:srcRect l="38620" t="-469" r="28754" b="31560"/>
          <a:stretch/>
        </p:blipFill>
        <p:spPr>
          <a:xfrm rot="-3045642">
            <a:off x="6204851" y="-984024"/>
            <a:ext cx="4250274" cy="504957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89"/>
        <p:cNvGrpSpPr/>
        <p:nvPr/>
      </p:nvGrpSpPr>
      <p:grpSpPr>
        <a:xfrm>
          <a:off x="0" y="0"/>
          <a:ext cx="0" cy="0"/>
          <a:chOff x="0" y="0"/>
          <a:chExt cx="0" cy="0"/>
        </a:xfrm>
      </p:grpSpPr>
      <p:pic>
        <p:nvPicPr>
          <p:cNvPr id="190" name="Google Shape;190;p29"/>
          <p:cNvPicPr preferRelativeResize="0"/>
          <p:nvPr/>
        </p:nvPicPr>
        <p:blipFill rotWithShape="1">
          <a:blip r:embed="rId2">
            <a:alphaModFix/>
          </a:blip>
          <a:srcRect/>
          <a:stretch/>
        </p:blipFill>
        <p:spPr>
          <a:xfrm flipH="1">
            <a:off x="0" y="0"/>
            <a:ext cx="9144000" cy="5143492"/>
          </a:xfrm>
          <a:prstGeom prst="rect">
            <a:avLst/>
          </a:prstGeom>
          <a:noFill/>
          <a:ln>
            <a:noFill/>
          </a:ln>
        </p:spPr>
      </p:pic>
      <p:grpSp>
        <p:nvGrpSpPr>
          <p:cNvPr id="191" name="Google Shape;191;p29"/>
          <p:cNvGrpSpPr/>
          <p:nvPr/>
        </p:nvGrpSpPr>
        <p:grpSpPr>
          <a:xfrm>
            <a:off x="-564101" y="3945852"/>
            <a:ext cx="9800573" cy="1948449"/>
            <a:chOff x="-564101" y="3945852"/>
            <a:chExt cx="9800573" cy="1948449"/>
          </a:xfrm>
        </p:grpSpPr>
        <p:pic>
          <p:nvPicPr>
            <p:cNvPr id="192" name="Google Shape;192;p29"/>
            <p:cNvPicPr preferRelativeResize="0"/>
            <p:nvPr/>
          </p:nvPicPr>
          <p:blipFill rotWithShape="1">
            <a:blip r:embed="rId3">
              <a:alphaModFix/>
            </a:blip>
            <a:srcRect l="21832" t="462" r="57085" b="71023"/>
            <a:stretch/>
          </p:blipFill>
          <p:spPr>
            <a:xfrm rot="2472831" flipH="1">
              <a:off x="-363523" y="4318093"/>
              <a:ext cx="1582619" cy="1203967"/>
            </a:xfrm>
            <a:prstGeom prst="rect">
              <a:avLst/>
            </a:prstGeom>
            <a:noFill/>
            <a:ln>
              <a:noFill/>
            </a:ln>
          </p:spPr>
        </p:pic>
        <p:pic>
          <p:nvPicPr>
            <p:cNvPr id="193" name="Google Shape;193;p29"/>
            <p:cNvPicPr preferRelativeResize="0"/>
            <p:nvPr/>
          </p:nvPicPr>
          <p:blipFill rotWithShape="1">
            <a:blip r:embed="rId4">
              <a:alphaModFix/>
            </a:blip>
            <a:srcRect l="47132" t="36906" r="41462" b="44232"/>
            <a:stretch/>
          </p:blipFill>
          <p:spPr>
            <a:xfrm rot="155834">
              <a:off x="7922255" y="4162887"/>
              <a:ext cx="1287737" cy="1197978"/>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Work Sans"/>
              <a:buNone/>
              <a:defRPr sz="3000">
                <a:solidFill>
                  <a:schemeClr val="dk1"/>
                </a:solidFill>
                <a:latin typeface="Work Sans"/>
                <a:ea typeface="Work Sans"/>
                <a:cs typeface="Work Sans"/>
                <a:sym typeface="Work Sans"/>
              </a:defRPr>
            </a:lvl1pPr>
            <a:lvl2pPr lvl="1" rtl="0">
              <a:spcBef>
                <a:spcPts val="0"/>
              </a:spcBef>
              <a:spcAft>
                <a:spcPts val="0"/>
              </a:spcAft>
              <a:buClr>
                <a:schemeClr val="dk1"/>
              </a:buClr>
              <a:buSzPts val="3000"/>
              <a:buFont typeface="Work Sans"/>
              <a:buNone/>
              <a:defRPr sz="3000">
                <a:solidFill>
                  <a:schemeClr val="dk1"/>
                </a:solidFill>
                <a:latin typeface="Work Sans"/>
                <a:ea typeface="Work Sans"/>
                <a:cs typeface="Work Sans"/>
                <a:sym typeface="Work Sans"/>
              </a:defRPr>
            </a:lvl2pPr>
            <a:lvl3pPr lvl="2" rtl="0">
              <a:spcBef>
                <a:spcPts val="0"/>
              </a:spcBef>
              <a:spcAft>
                <a:spcPts val="0"/>
              </a:spcAft>
              <a:buClr>
                <a:schemeClr val="dk1"/>
              </a:buClr>
              <a:buSzPts val="3000"/>
              <a:buFont typeface="Work Sans"/>
              <a:buNone/>
              <a:defRPr sz="3000">
                <a:solidFill>
                  <a:schemeClr val="dk1"/>
                </a:solidFill>
                <a:latin typeface="Work Sans"/>
                <a:ea typeface="Work Sans"/>
                <a:cs typeface="Work Sans"/>
                <a:sym typeface="Work Sans"/>
              </a:defRPr>
            </a:lvl3pPr>
            <a:lvl4pPr lvl="3" rtl="0">
              <a:spcBef>
                <a:spcPts val="0"/>
              </a:spcBef>
              <a:spcAft>
                <a:spcPts val="0"/>
              </a:spcAft>
              <a:buClr>
                <a:schemeClr val="dk1"/>
              </a:buClr>
              <a:buSzPts val="3000"/>
              <a:buFont typeface="Work Sans"/>
              <a:buNone/>
              <a:defRPr sz="3000">
                <a:solidFill>
                  <a:schemeClr val="dk1"/>
                </a:solidFill>
                <a:latin typeface="Work Sans"/>
                <a:ea typeface="Work Sans"/>
                <a:cs typeface="Work Sans"/>
                <a:sym typeface="Work Sans"/>
              </a:defRPr>
            </a:lvl4pPr>
            <a:lvl5pPr lvl="4" rtl="0">
              <a:spcBef>
                <a:spcPts val="0"/>
              </a:spcBef>
              <a:spcAft>
                <a:spcPts val="0"/>
              </a:spcAft>
              <a:buClr>
                <a:schemeClr val="dk1"/>
              </a:buClr>
              <a:buSzPts val="3000"/>
              <a:buFont typeface="Work Sans"/>
              <a:buNone/>
              <a:defRPr sz="3000">
                <a:solidFill>
                  <a:schemeClr val="dk1"/>
                </a:solidFill>
                <a:latin typeface="Work Sans"/>
                <a:ea typeface="Work Sans"/>
                <a:cs typeface="Work Sans"/>
                <a:sym typeface="Work Sans"/>
              </a:defRPr>
            </a:lvl5pPr>
            <a:lvl6pPr lvl="5" rtl="0">
              <a:spcBef>
                <a:spcPts val="0"/>
              </a:spcBef>
              <a:spcAft>
                <a:spcPts val="0"/>
              </a:spcAft>
              <a:buClr>
                <a:schemeClr val="dk1"/>
              </a:buClr>
              <a:buSzPts val="3000"/>
              <a:buFont typeface="Work Sans"/>
              <a:buNone/>
              <a:defRPr sz="3000">
                <a:solidFill>
                  <a:schemeClr val="dk1"/>
                </a:solidFill>
                <a:latin typeface="Work Sans"/>
                <a:ea typeface="Work Sans"/>
                <a:cs typeface="Work Sans"/>
                <a:sym typeface="Work Sans"/>
              </a:defRPr>
            </a:lvl6pPr>
            <a:lvl7pPr lvl="6" rtl="0">
              <a:spcBef>
                <a:spcPts val="0"/>
              </a:spcBef>
              <a:spcAft>
                <a:spcPts val="0"/>
              </a:spcAft>
              <a:buClr>
                <a:schemeClr val="dk1"/>
              </a:buClr>
              <a:buSzPts val="3000"/>
              <a:buFont typeface="Work Sans"/>
              <a:buNone/>
              <a:defRPr sz="3000">
                <a:solidFill>
                  <a:schemeClr val="dk1"/>
                </a:solidFill>
                <a:latin typeface="Work Sans"/>
                <a:ea typeface="Work Sans"/>
                <a:cs typeface="Work Sans"/>
                <a:sym typeface="Work Sans"/>
              </a:defRPr>
            </a:lvl7pPr>
            <a:lvl8pPr lvl="7" rtl="0">
              <a:spcBef>
                <a:spcPts val="0"/>
              </a:spcBef>
              <a:spcAft>
                <a:spcPts val="0"/>
              </a:spcAft>
              <a:buClr>
                <a:schemeClr val="dk1"/>
              </a:buClr>
              <a:buSzPts val="3000"/>
              <a:buFont typeface="Work Sans"/>
              <a:buNone/>
              <a:defRPr sz="3000">
                <a:solidFill>
                  <a:schemeClr val="dk1"/>
                </a:solidFill>
                <a:latin typeface="Work Sans"/>
                <a:ea typeface="Work Sans"/>
                <a:cs typeface="Work Sans"/>
                <a:sym typeface="Work Sans"/>
              </a:defRPr>
            </a:lvl8pPr>
            <a:lvl9pPr lvl="8" rtl="0">
              <a:spcBef>
                <a:spcPts val="0"/>
              </a:spcBef>
              <a:spcAft>
                <a:spcPts val="0"/>
              </a:spcAft>
              <a:buClr>
                <a:schemeClr val="dk1"/>
              </a:buClr>
              <a:buSzPts val="3000"/>
              <a:buFont typeface="Work Sans"/>
              <a:buNone/>
              <a:defRPr sz="3000">
                <a:solidFill>
                  <a:schemeClr val="dk1"/>
                </a:solidFill>
                <a:latin typeface="Work Sans"/>
                <a:ea typeface="Work Sans"/>
                <a:cs typeface="Work Sans"/>
                <a:sym typeface="Work Sa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lt1"/>
              </a:buClr>
              <a:buSzPts val="1200"/>
              <a:buFont typeface="Inria Sans"/>
              <a:buChar char="●"/>
              <a:defRPr sz="1200">
                <a:solidFill>
                  <a:schemeClr val="dk1"/>
                </a:solidFill>
                <a:latin typeface="Inria Sans"/>
                <a:ea typeface="Inria Sans"/>
                <a:cs typeface="Inria Sans"/>
                <a:sym typeface="Inria Sans"/>
              </a:defRPr>
            </a:lvl1pPr>
            <a:lvl2pPr marL="914400" lvl="1" indent="-304800">
              <a:lnSpc>
                <a:spcPct val="100000"/>
              </a:lnSpc>
              <a:spcBef>
                <a:spcPts val="0"/>
              </a:spcBef>
              <a:spcAft>
                <a:spcPts val="0"/>
              </a:spcAft>
              <a:buClr>
                <a:schemeClr val="dk1"/>
              </a:buClr>
              <a:buSzPts val="1200"/>
              <a:buFont typeface="Inria Sans"/>
              <a:buChar char="○"/>
              <a:defRPr sz="1200">
                <a:solidFill>
                  <a:schemeClr val="dk1"/>
                </a:solidFill>
                <a:latin typeface="Inria Sans"/>
                <a:ea typeface="Inria Sans"/>
                <a:cs typeface="Inria Sans"/>
                <a:sym typeface="Inria Sans"/>
              </a:defRPr>
            </a:lvl2pPr>
            <a:lvl3pPr marL="1371600" lvl="2" indent="-304800">
              <a:lnSpc>
                <a:spcPct val="100000"/>
              </a:lnSpc>
              <a:spcBef>
                <a:spcPts val="0"/>
              </a:spcBef>
              <a:spcAft>
                <a:spcPts val="0"/>
              </a:spcAft>
              <a:buClr>
                <a:schemeClr val="dk1"/>
              </a:buClr>
              <a:buSzPts val="1200"/>
              <a:buFont typeface="Inria Sans"/>
              <a:buChar char="■"/>
              <a:defRPr sz="1200">
                <a:solidFill>
                  <a:schemeClr val="dk1"/>
                </a:solidFill>
                <a:latin typeface="Inria Sans"/>
                <a:ea typeface="Inria Sans"/>
                <a:cs typeface="Inria Sans"/>
                <a:sym typeface="Inria Sans"/>
              </a:defRPr>
            </a:lvl3pPr>
            <a:lvl4pPr marL="1828800" lvl="3" indent="-304800">
              <a:lnSpc>
                <a:spcPct val="100000"/>
              </a:lnSpc>
              <a:spcBef>
                <a:spcPts val="0"/>
              </a:spcBef>
              <a:spcAft>
                <a:spcPts val="0"/>
              </a:spcAft>
              <a:buClr>
                <a:schemeClr val="dk1"/>
              </a:buClr>
              <a:buSzPts val="1200"/>
              <a:buFont typeface="Inria Sans"/>
              <a:buChar char="●"/>
              <a:defRPr sz="1200">
                <a:solidFill>
                  <a:schemeClr val="dk1"/>
                </a:solidFill>
                <a:latin typeface="Inria Sans"/>
                <a:ea typeface="Inria Sans"/>
                <a:cs typeface="Inria Sans"/>
                <a:sym typeface="Inria Sans"/>
              </a:defRPr>
            </a:lvl4pPr>
            <a:lvl5pPr marL="2286000" lvl="4" indent="-304800">
              <a:lnSpc>
                <a:spcPct val="100000"/>
              </a:lnSpc>
              <a:spcBef>
                <a:spcPts val="0"/>
              </a:spcBef>
              <a:spcAft>
                <a:spcPts val="0"/>
              </a:spcAft>
              <a:buClr>
                <a:schemeClr val="dk1"/>
              </a:buClr>
              <a:buSzPts val="1200"/>
              <a:buFont typeface="Inria Sans"/>
              <a:buChar char="○"/>
              <a:defRPr sz="1200">
                <a:solidFill>
                  <a:schemeClr val="dk1"/>
                </a:solidFill>
                <a:latin typeface="Inria Sans"/>
                <a:ea typeface="Inria Sans"/>
                <a:cs typeface="Inria Sans"/>
                <a:sym typeface="Inria Sans"/>
              </a:defRPr>
            </a:lvl5pPr>
            <a:lvl6pPr marL="2743200" lvl="5" indent="-304800">
              <a:lnSpc>
                <a:spcPct val="100000"/>
              </a:lnSpc>
              <a:spcBef>
                <a:spcPts val="0"/>
              </a:spcBef>
              <a:spcAft>
                <a:spcPts val="0"/>
              </a:spcAft>
              <a:buClr>
                <a:schemeClr val="dk1"/>
              </a:buClr>
              <a:buSzPts val="1200"/>
              <a:buFont typeface="Inria Sans"/>
              <a:buChar char="■"/>
              <a:defRPr sz="1200">
                <a:solidFill>
                  <a:schemeClr val="dk1"/>
                </a:solidFill>
                <a:latin typeface="Inria Sans"/>
                <a:ea typeface="Inria Sans"/>
                <a:cs typeface="Inria Sans"/>
                <a:sym typeface="Inria Sans"/>
              </a:defRPr>
            </a:lvl6pPr>
            <a:lvl7pPr marL="3200400" lvl="6" indent="-304800">
              <a:lnSpc>
                <a:spcPct val="100000"/>
              </a:lnSpc>
              <a:spcBef>
                <a:spcPts val="0"/>
              </a:spcBef>
              <a:spcAft>
                <a:spcPts val="0"/>
              </a:spcAft>
              <a:buClr>
                <a:schemeClr val="dk1"/>
              </a:buClr>
              <a:buSzPts val="1200"/>
              <a:buFont typeface="Inria Sans"/>
              <a:buChar char="●"/>
              <a:defRPr sz="1200">
                <a:solidFill>
                  <a:schemeClr val="dk1"/>
                </a:solidFill>
                <a:latin typeface="Inria Sans"/>
                <a:ea typeface="Inria Sans"/>
                <a:cs typeface="Inria Sans"/>
                <a:sym typeface="Inria Sans"/>
              </a:defRPr>
            </a:lvl7pPr>
            <a:lvl8pPr marL="3657600" lvl="7" indent="-304800">
              <a:lnSpc>
                <a:spcPct val="100000"/>
              </a:lnSpc>
              <a:spcBef>
                <a:spcPts val="0"/>
              </a:spcBef>
              <a:spcAft>
                <a:spcPts val="0"/>
              </a:spcAft>
              <a:buClr>
                <a:schemeClr val="dk1"/>
              </a:buClr>
              <a:buSzPts val="1200"/>
              <a:buFont typeface="Inria Sans"/>
              <a:buChar char="○"/>
              <a:defRPr sz="1200">
                <a:solidFill>
                  <a:schemeClr val="dk1"/>
                </a:solidFill>
                <a:latin typeface="Inria Sans"/>
                <a:ea typeface="Inria Sans"/>
                <a:cs typeface="Inria Sans"/>
                <a:sym typeface="Inria Sans"/>
              </a:defRPr>
            </a:lvl8pPr>
            <a:lvl9pPr marL="4114800" lvl="8" indent="-304800">
              <a:lnSpc>
                <a:spcPct val="100000"/>
              </a:lnSpc>
              <a:spcBef>
                <a:spcPts val="0"/>
              </a:spcBef>
              <a:spcAft>
                <a:spcPts val="0"/>
              </a:spcAft>
              <a:buClr>
                <a:schemeClr val="dk1"/>
              </a:buClr>
              <a:buSzPts val="1200"/>
              <a:buFont typeface="Inria Sans"/>
              <a:buChar char="■"/>
              <a:defRPr sz="1200">
                <a:solidFill>
                  <a:schemeClr val="dk1"/>
                </a:solidFill>
                <a:latin typeface="Inria Sans"/>
                <a:ea typeface="Inria Sans"/>
                <a:cs typeface="Inria Sans"/>
                <a:sym typeface="Inria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5" r:id="rId6"/>
    <p:sldLayoutId id="2147483658" r:id="rId7"/>
    <p:sldLayoutId id="2147483659" r:id="rId8"/>
    <p:sldLayoutId id="2147483664" r:id="rId9"/>
    <p:sldLayoutId id="2147483665" r:id="rId10"/>
    <p:sldLayoutId id="2147483670" r:id="rId11"/>
    <p:sldLayoutId id="2147483671" r:id="rId12"/>
    <p:sldLayoutId id="2147483674" r:id="rId13"/>
    <p:sldLayoutId id="2147483675"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2.jpe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hyperlink" Target="https://www.ncbi.nlm.nih.gov/geo/"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hyperlink" Target="https://www.ncbi.nlm.nih.gov/geo/query/acc.cgi?acc=GSE60424" TargetMode="External"/><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29.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3"/>
          <p:cNvSpPr txBox="1">
            <a:spLocks noGrp="1"/>
          </p:cNvSpPr>
          <p:nvPr>
            <p:ph type="ctrTitle"/>
          </p:nvPr>
        </p:nvSpPr>
        <p:spPr>
          <a:xfrm>
            <a:off x="4222664" y="1547784"/>
            <a:ext cx="5612400" cy="1723200"/>
          </a:xfrm>
          <a:prstGeom prst="rect">
            <a:avLst/>
          </a:prstGeom>
        </p:spPr>
        <p:txBody>
          <a:bodyPr spcFirstLastPara="1" wrap="square" lIns="91425" tIns="91425" rIns="91425" bIns="91425" anchor="b" anchorCtr="0">
            <a:noAutofit/>
          </a:bodyPr>
          <a:lstStyle/>
          <a:p>
            <a:r>
              <a:rPr lang="en-US" sz="4000" b="1" dirty="0">
                <a:solidFill>
                  <a:srgbClr val="FFFFFF"/>
                </a:solidFill>
                <a:latin typeface="Georgia" pitchFamily="34" charset="0"/>
                <a:ea typeface="Georgia" pitchFamily="34" charset="-122"/>
                <a:cs typeface="Georgia" pitchFamily="34" charset="-120"/>
              </a:rPr>
              <a:t>Differential Gene Expression</a:t>
            </a:r>
            <a:br>
              <a:rPr lang="en-US" sz="4000" dirty="0"/>
            </a:br>
            <a:r>
              <a:rPr lang="en-US" sz="4000" b="1" dirty="0">
                <a:solidFill>
                  <a:srgbClr val="FFFFFF"/>
                </a:solidFill>
                <a:latin typeface="Georgia" pitchFamily="34" charset="0"/>
                <a:ea typeface="Georgia" pitchFamily="34" charset="-122"/>
                <a:cs typeface="Georgia" pitchFamily="34" charset="-120"/>
              </a:rPr>
              <a:t>in ALS Immune Cells Types</a:t>
            </a:r>
            <a:endParaRPr lang="en-US" sz="4000" dirty="0"/>
          </a:p>
        </p:txBody>
      </p:sp>
      <p:sp>
        <p:nvSpPr>
          <p:cNvPr id="205" name="Google Shape;205;p33"/>
          <p:cNvSpPr txBox="1">
            <a:spLocks noGrp="1"/>
          </p:cNvSpPr>
          <p:nvPr>
            <p:ph type="subTitle" idx="1"/>
          </p:nvPr>
        </p:nvSpPr>
        <p:spPr>
          <a:xfrm>
            <a:off x="7028864" y="4282080"/>
            <a:ext cx="2205300" cy="67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-By Sushant Agellu</a:t>
            </a:r>
            <a:endParaRPr dirty="0"/>
          </a:p>
        </p:txBody>
      </p:sp>
      <p:cxnSp>
        <p:nvCxnSpPr>
          <p:cNvPr id="206" name="Google Shape;206;p33"/>
          <p:cNvCxnSpPr/>
          <p:nvPr/>
        </p:nvCxnSpPr>
        <p:spPr>
          <a:xfrm>
            <a:off x="3860045" y="1108872"/>
            <a:ext cx="0" cy="39324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pic>
        <p:nvPicPr>
          <p:cNvPr id="33" name="Picture 32">
            <a:extLst>
              <a:ext uri="{FF2B5EF4-FFF2-40B4-BE49-F238E27FC236}">
                <a16:creationId xmlns:a16="http://schemas.microsoft.com/office/drawing/2014/main" id="{9111AC55-46BB-C13E-8A30-7F0F477F2C1E}"/>
              </a:ext>
            </a:extLst>
          </p:cNvPr>
          <p:cNvPicPr>
            <a:picLocks noChangeAspect="1"/>
          </p:cNvPicPr>
          <p:nvPr/>
        </p:nvPicPr>
        <p:blipFill>
          <a:blip r:embed="rId3"/>
          <a:srcRect b="5267"/>
          <a:stretch>
            <a:fillRect/>
          </a:stretch>
        </p:blipFill>
        <p:spPr>
          <a:xfrm>
            <a:off x="-450304" y="335280"/>
            <a:ext cx="10289248" cy="45217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pic>
        <p:nvPicPr>
          <p:cNvPr id="1026" name="Picture 2" descr="Stephen Hawkings GIFs - Find &amp; Share on GIPHY">
            <a:extLst>
              <a:ext uri="{FF2B5EF4-FFF2-40B4-BE49-F238E27FC236}">
                <a16:creationId xmlns:a16="http://schemas.microsoft.com/office/drawing/2014/main" id="{6EDD5983-ACC9-4DD5-A43E-3E142C1866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5435" y="2746629"/>
            <a:ext cx="2765425" cy="199110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are Photos of Young Stephen Hawking Through the Years Photos">
            <a:extLst>
              <a:ext uri="{FF2B5EF4-FFF2-40B4-BE49-F238E27FC236}">
                <a16:creationId xmlns:a16="http://schemas.microsoft.com/office/drawing/2014/main" id="{FD5DD29B-B711-0A3E-D5BF-CAB7B3E8C45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0000"/>
          <a:stretch>
            <a:fillRect/>
          </a:stretch>
        </p:blipFill>
        <p:spPr bwMode="auto">
          <a:xfrm>
            <a:off x="223140" y="364969"/>
            <a:ext cx="2610231" cy="261711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are Photos of Young Stephen Hawking Through the Years Photos">
            <a:extLst>
              <a:ext uri="{FF2B5EF4-FFF2-40B4-BE49-F238E27FC236}">
                <a16:creationId xmlns:a16="http://schemas.microsoft.com/office/drawing/2014/main" id="{68026436-1E91-D743-4844-61FCD09A337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1350"/>
          <a:stretch>
            <a:fillRect/>
          </a:stretch>
        </p:blipFill>
        <p:spPr bwMode="auto">
          <a:xfrm>
            <a:off x="3111690" y="1232235"/>
            <a:ext cx="2765425" cy="28497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pic>
        <p:nvPicPr>
          <p:cNvPr id="2052" name="Picture 4" descr="What is Amyotrophic Lateral Sclerosis (ALS)? | ALS News Today">
            <a:extLst>
              <a:ext uri="{FF2B5EF4-FFF2-40B4-BE49-F238E27FC236}">
                <a16:creationId xmlns:a16="http://schemas.microsoft.com/office/drawing/2014/main" id="{7612F209-0721-4DA1-2272-50CC3B510A0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303"/>
          <a:stretch>
            <a:fillRect/>
          </a:stretch>
        </p:blipFill>
        <p:spPr bwMode="auto">
          <a:xfrm>
            <a:off x="675132" y="433247"/>
            <a:ext cx="3701796" cy="459399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BFCF544-8982-7251-B1DE-8BA8806E16FD}"/>
              </a:ext>
            </a:extLst>
          </p:cNvPr>
          <p:cNvSpPr txBox="1"/>
          <p:nvPr/>
        </p:nvSpPr>
        <p:spPr>
          <a:xfrm>
            <a:off x="4767074" y="1806916"/>
            <a:ext cx="4040124" cy="2585323"/>
          </a:xfrm>
          <a:prstGeom prst="rect">
            <a:avLst/>
          </a:prstGeom>
          <a:noFill/>
        </p:spPr>
        <p:txBody>
          <a:bodyPr wrap="square" rtlCol="0">
            <a:spAutoFit/>
          </a:bodyPr>
          <a:lstStyle/>
          <a:p>
            <a:r>
              <a:rPr lang="en-US" sz="1100" dirty="0">
                <a:solidFill>
                  <a:schemeClr val="tx1"/>
                </a:solidFill>
              </a:rPr>
              <a:t>Amyotrophic lateral sclerosis (ALS) is a fatal neurodegenerative disease that causes progressive loss of motor neurons in the brain and spinal cord. Patients experience muscle weakness, paralysis, and respiratory failure, with median survival of 2–5 years after diagnosis. ALS was traditionally viewed as a disease confined to the nervous system, but mounting evidence now shows that the peripheral immune system plays a critical role in disease progression.</a:t>
            </a:r>
            <a:endParaRPr lang="en-US" sz="1100" dirty="0">
              <a:solidFill>
                <a:schemeClr val="tx1"/>
              </a:solidFill>
              <a:latin typeface="Georgia" panose="02040502050405020303" pitchFamily="18" charset="0"/>
            </a:endParaRPr>
          </a:p>
          <a:p>
            <a:endParaRPr lang="en-US" sz="2000" dirty="0">
              <a:solidFill>
                <a:schemeClr val="tx1"/>
              </a:solidFill>
              <a:latin typeface="Georgia" panose="02040502050405020303" pitchFamily="18" charset="0"/>
            </a:endParaRPr>
          </a:p>
          <a:p>
            <a:r>
              <a:rPr lang="en-US" sz="2000" dirty="0">
                <a:solidFill>
                  <a:schemeClr val="tx1"/>
                </a:solidFill>
                <a:latin typeface="Georgia" panose="02040502050405020303" pitchFamily="18" charset="0"/>
              </a:rPr>
              <a:t>ALS is now considered a systemic immune disorder</a:t>
            </a:r>
          </a:p>
          <a:p>
            <a:endParaRPr lang="en-IN" dirty="0">
              <a:solidFill>
                <a:schemeClr val="tx1"/>
              </a:solidFill>
            </a:endParaRPr>
          </a:p>
        </p:txBody>
      </p:sp>
      <p:sp>
        <p:nvSpPr>
          <p:cNvPr id="8" name="TextBox 7">
            <a:extLst>
              <a:ext uri="{FF2B5EF4-FFF2-40B4-BE49-F238E27FC236}">
                <a16:creationId xmlns:a16="http://schemas.microsoft.com/office/drawing/2014/main" id="{BCE4DB69-74D8-6B41-6BF7-B45F76FA38BE}"/>
              </a:ext>
            </a:extLst>
          </p:cNvPr>
          <p:cNvSpPr txBox="1"/>
          <p:nvPr/>
        </p:nvSpPr>
        <p:spPr>
          <a:xfrm>
            <a:off x="4572000" y="116255"/>
            <a:ext cx="3677412" cy="523220"/>
          </a:xfrm>
          <a:prstGeom prst="rect">
            <a:avLst/>
          </a:prstGeom>
          <a:noFill/>
        </p:spPr>
        <p:txBody>
          <a:bodyPr wrap="square" rtlCol="0">
            <a:spAutoFit/>
          </a:bodyPr>
          <a:lstStyle/>
          <a:p>
            <a:pPr lvl="1"/>
            <a:r>
              <a:rPr lang="en-IN" sz="2800" b="1" dirty="0">
                <a:solidFill>
                  <a:schemeClr val="accent4">
                    <a:lumMod val="60000"/>
                    <a:lumOff val="40000"/>
                  </a:schemeClr>
                </a:solidFill>
                <a:latin typeface="Times New Roman" panose="02020603050405020304" pitchFamily="18" charset="0"/>
                <a:cs typeface="Times New Roman" panose="02020603050405020304" pitchFamily="18" charset="0"/>
              </a:rPr>
              <a:t>B A C K G R O U N 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7"/>
          <p:cNvSpPr txBox="1">
            <a:spLocks noGrp="1"/>
          </p:cNvSpPr>
          <p:nvPr>
            <p:ph type="title"/>
          </p:nvPr>
        </p:nvSpPr>
        <p:spPr>
          <a:xfrm>
            <a:off x="-5302306" y="2054063"/>
            <a:ext cx="10570456" cy="1753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IN" dirty="0">
                <a:solidFill>
                  <a:schemeClr val="accent4">
                    <a:lumMod val="60000"/>
                    <a:lumOff val="40000"/>
                  </a:schemeClr>
                </a:solidFill>
              </a:rPr>
              <a:t>R E S E A R C H </a:t>
            </a:r>
            <a:br>
              <a:rPr lang="en-IN" dirty="0">
                <a:solidFill>
                  <a:schemeClr val="accent4">
                    <a:lumMod val="60000"/>
                    <a:lumOff val="40000"/>
                  </a:schemeClr>
                </a:solidFill>
              </a:rPr>
            </a:br>
            <a:r>
              <a:rPr lang="en-IN" dirty="0">
                <a:solidFill>
                  <a:schemeClr val="accent4">
                    <a:lumMod val="60000"/>
                    <a:lumOff val="40000"/>
                  </a:schemeClr>
                </a:solidFill>
              </a:rPr>
              <a:t>Q U E S T I O N</a:t>
            </a:r>
            <a:endParaRPr dirty="0">
              <a:solidFill>
                <a:schemeClr val="accent4">
                  <a:lumMod val="60000"/>
                  <a:lumOff val="40000"/>
                </a:schemeClr>
              </a:solidFill>
            </a:endParaRPr>
          </a:p>
        </p:txBody>
      </p:sp>
      <p:sp>
        <p:nvSpPr>
          <p:cNvPr id="251" name="Google Shape;251;p37"/>
          <p:cNvSpPr txBox="1">
            <a:spLocks noGrp="1"/>
          </p:cNvSpPr>
          <p:nvPr>
            <p:ph type="title" idx="2"/>
          </p:nvPr>
        </p:nvSpPr>
        <p:spPr>
          <a:xfrm>
            <a:off x="4089750" y="1138163"/>
            <a:ext cx="1178400" cy="9159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02</a:t>
            </a:r>
            <a:endParaRPr dirty="0"/>
          </a:p>
        </p:txBody>
      </p:sp>
      <p:cxnSp>
        <p:nvCxnSpPr>
          <p:cNvPr id="252" name="Google Shape;252;p37"/>
          <p:cNvCxnSpPr/>
          <p:nvPr/>
        </p:nvCxnSpPr>
        <p:spPr>
          <a:xfrm>
            <a:off x="5413400" y="1136350"/>
            <a:ext cx="0" cy="40149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8"/>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solidFill>
                  <a:schemeClr val="accent4">
                    <a:lumMod val="60000"/>
                    <a:lumOff val="40000"/>
                  </a:schemeClr>
                </a:solidFill>
              </a:rPr>
              <a:t>Q U E S T I O N 1</a:t>
            </a:r>
            <a:endParaRPr dirty="0">
              <a:solidFill>
                <a:schemeClr val="accent4">
                  <a:lumMod val="60000"/>
                  <a:lumOff val="40000"/>
                </a:schemeClr>
              </a:solidFill>
            </a:endParaRPr>
          </a:p>
        </p:txBody>
      </p:sp>
      <p:sp>
        <p:nvSpPr>
          <p:cNvPr id="259" name="Google Shape;259;p38"/>
          <p:cNvSpPr txBox="1">
            <a:spLocks noGrp="1"/>
          </p:cNvSpPr>
          <p:nvPr>
            <p:ph type="subTitle" idx="2"/>
          </p:nvPr>
        </p:nvSpPr>
        <p:spPr>
          <a:xfrm>
            <a:off x="304800" y="3472041"/>
            <a:ext cx="8412480" cy="948900"/>
          </a:xfrm>
          <a:prstGeom prst="rect">
            <a:avLst/>
          </a:prstGeom>
        </p:spPr>
        <p:txBody>
          <a:bodyPr spcFirstLastPara="1" wrap="square" lIns="91425" tIns="91425" rIns="91425" bIns="91425" anchor="t" anchorCtr="0">
            <a:noAutofit/>
          </a:bodyPr>
          <a:lstStyle/>
          <a:p>
            <a:r>
              <a:rPr lang="en-US" b="1" dirty="0">
                <a:latin typeface="Georgia" panose="02040502050405020303" pitchFamily="18" charset="0"/>
              </a:rPr>
              <a:t>Which genes are differentially expressed in circulating immune cells of ALS patients compared to healthy controls, and which cell types carry the strongest transcriptional signature?</a:t>
            </a:r>
            <a:endParaRPr lang="en-US" dirty="0">
              <a:latin typeface="Georgia" panose="02040502050405020303" pitchFamily="18" charset="0"/>
            </a:endParaRPr>
          </a:p>
          <a:p>
            <a:br>
              <a:rPr lang="en-US" dirty="0"/>
            </a:br>
            <a:endParaRPr dirty="0"/>
          </a:p>
        </p:txBody>
      </p:sp>
      <p:pic>
        <p:nvPicPr>
          <p:cNvPr id="3" name="Picture 2">
            <a:extLst>
              <a:ext uri="{FF2B5EF4-FFF2-40B4-BE49-F238E27FC236}">
                <a16:creationId xmlns:a16="http://schemas.microsoft.com/office/drawing/2014/main" id="{A9D8B6EB-3470-D670-A1F8-9F0CF4171DF9}"/>
              </a:ext>
            </a:extLst>
          </p:cNvPr>
          <p:cNvPicPr>
            <a:picLocks noChangeAspect="1"/>
          </p:cNvPicPr>
          <p:nvPr/>
        </p:nvPicPr>
        <p:blipFill>
          <a:blip r:embed="rId3"/>
          <a:srcRect b="6337"/>
          <a:stretch>
            <a:fillRect/>
          </a:stretch>
        </p:blipFill>
        <p:spPr>
          <a:xfrm>
            <a:off x="2259497" y="1112200"/>
            <a:ext cx="4299799" cy="23488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6">
          <a:extLst>
            <a:ext uri="{FF2B5EF4-FFF2-40B4-BE49-F238E27FC236}">
              <a16:creationId xmlns:a16="http://schemas.microsoft.com/office/drawing/2014/main" id="{0D42E9DE-1342-4D99-5BDF-882B01554D78}"/>
            </a:ext>
          </a:extLst>
        </p:cNvPr>
        <p:cNvGrpSpPr/>
        <p:nvPr/>
      </p:nvGrpSpPr>
      <p:grpSpPr>
        <a:xfrm>
          <a:off x="0" y="0"/>
          <a:ext cx="0" cy="0"/>
          <a:chOff x="0" y="0"/>
          <a:chExt cx="0" cy="0"/>
        </a:xfrm>
      </p:grpSpPr>
      <p:sp>
        <p:nvSpPr>
          <p:cNvPr id="257" name="Google Shape;257;p38">
            <a:extLst>
              <a:ext uri="{FF2B5EF4-FFF2-40B4-BE49-F238E27FC236}">
                <a16:creationId xmlns:a16="http://schemas.microsoft.com/office/drawing/2014/main" id="{63ECBD6B-8B1C-9FB7-52A3-724375A22E78}"/>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solidFill>
                  <a:schemeClr val="accent4">
                    <a:lumMod val="60000"/>
                    <a:lumOff val="40000"/>
                  </a:schemeClr>
                </a:solidFill>
              </a:rPr>
              <a:t>Q U E S T I O N 2</a:t>
            </a:r>
            <a:endParaRPr dirty="0">
              <a:solidFill>
                <a:schemeClr val="accent4">
                  <a:lumMod val="60000"/>
                  <a:lumOff val="40000"/>
                </a:schemeClr>
              </a:solidFill>
            </a:endParaRPr>
          </a:p>
        </p:txBody>
      </p:sp>
      <p:sp>
        <p:nvSpPr>
          <p:cNvPr id="259" name="Google Shape;259;p38">
            <a:extLst>
              <a:ext uri="{FF2B5EF4-FFF2-40B4-BE49-F238E27FC236}">
                <a16:creationId xmlns:a16="http://schemas.microsoft.com/office/drawing/2014/main" id="{CD39DD75-F2D4-E96C-DED7-474E4929A09F}"/>
              </a:ext>
            </a:extLst>
          </p:cNvPr>
          <p:cNvSpPr txBox="1">
            <a:spLocks noGrp="1"/>
          </p:cNvSpPr>
          <p:nvPr>
            <p:ph type="subTitle" idx="2"/>
          </p:nvPr>
        </p:nvSpPr>
        <p:spPr>
          <a:xfrm>
            <a:off x="853440" y="3812882"/>
            <a:ext cx="8412480" cy="948900"/>
          </a:xfrm>
          <a:prstGeom prst="rect">
            <a:avLst/>
          </a:prstGeom>
        </p:spPr>
        <p:txBody>
          <a:bodyPr spcFirstLastPara="1" wrap="square" lIns="91425" tIns="91425" rIns="91425" bIns="91425" anchor="t" anchorCtr="0">
            <a:noAutofit/>
          </a:bodyPr>
          <a:lstStyle/>
          <a:p>
            <a:r>
              <a:rPr lang="en-US" sz="1400" b="1" i="1" dirty="0">
                <a:latin typeface="Georgia" panose="02040502050405020303" pitchFamily="18" charset="0"/>
              </a:rPr>
              <a:t>Are any differentially expressed genes shared across multiple immune cells, making them more robust candidate markers?</a:t>
            </a:r>
            <a:endParaRPr lang="en-US" sz="1400" b="1" dirty="0">
              <a:latin typeface="Georgia" panose="02040502050405020303" pitchFamily="18" charset="0"/>
            </a:endParaRPr>
          </a:p>
          <a:p>
            <a:br>
              <a:rPr lang="en-US" dirty="0"/>
            </a:br>
            <a:br>
              <a:rPr lang="en-US" dirty="0"/>
            </a:br>
            <a:endParaRPr dirty="0"/>
          </a:p>
        </p:txBody>
      </p:sp>
      <p:pic>
        <p:nvPicPr>
          <p:cNvPr id="3076" name="Picture 4" descr="Red Blood Cells in a Group of Blue and Red Cells Stock Illustration -  Illustration of shapes, vein: 404830682">
            <a:extLst>
              <a:ext uri="{FF2B5EF4-FFF2-40B4-BE49-F238E27FC236}">
                <a16:creationId xmlns:a16="http://schemas.microsoft.com/office/drawing/2014/main" id="{295691D2-0CAB-C637-35AB-842465074E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9953" y="1277155"/>
            <a:ext cx="4224093" cy="2370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3512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9">
          <a:extLst>
            <a:ext uri="{FF2B5EF4-FFF2-40B4-BE49-F238E27FC236}">
              <a16:creationId xmlns:a16="http://schemas.microsoft.com/office/drawing/2014/main" id="{5A2527B5-7E29-9D6A-9583-2721A028588E}"/>
            </a:ext>
          </a:extLst>
        </p:cNvPr>
        <p:cNvGrpSpPr/>
        <p:nvPr/>
      </p:nvGrpSpPr>
      <p:grpSpPr>
        <a:xfrm>
          <a:off x="0" y="0"/>
          <a:ext cx="0" cy="0"/>
          <a:chOff x="0" y="0"/>
          <a:chExt cx="0" cy="0"/>
        </a:xfrm>
      </p:grpSpPr>
      <p:sp>
        <p:nvSpPr>
          <p:cNvPr id="250" name="Google Shape;250;p37">
            <a:extLst>
              <a:ext uri="{FF2B5EF4-FFF2-40B4-BE49-F238E27FC236}">
                <a16:creationId xmlns:a16="http://schemas.microsoft.com/office/drawing/2014/main" id="{8CA5320D-5062-5D93-DD00-FD37AAD5E1B1}"/>
              </a:ext>
            </a:extLst>
          </p:cNvPr>
          <p:cNvSpPr txBox="1">
            <a:spLocks noGrp="1"/>
          </p:cNvSpPr>
          <p:nvPr>
            <p:ph type="title"/>
          </p:nvPr>
        </p:nvSpPr>
        <p:spPr>
          <a:xfrm>
            <a:off x="-4326794" y="183381"/>
            <a:ext cx="9740194" cy="1753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IN" dirty="0">
                <a:solidFill>
                  <a:schemeClr val="accent4">
                    <a:lumMod val="60000"/>
                    <a:lumOff val="40000"/>
                  </a:schemeClr>
                </a:solidFill>
              </a:rPr>
              <a:t>M E T H O D S</a:t>
            </a:r>
            <a:br>
              <a:rPr lang="en-IN" dirty="0">
                <a:solidFill>
                  <a:schemeClr val="accent4">
                    <a:lumMod val="60000"/>
                    <a:lumOff val="40000"/>
                  </a:schemeClr>
                </a:solidFill>
              </a:rPr>
            </a:br>
            <a:r>
              <a:rPr lang="en-IN">
                <a:solidFill>
                  <a:schemeClr val="accent4">
                    <a:lumMod val="60000"/>
                    <a:lumOff val="40000"/>
                  </a:schemeClr>
                </a:solidFill>
              </a:rPr>
              <a:t>&amp;  R </a:t>
            </a:r>
            <a:r>
              <a:rPr lang="en-IN" dirty="0">
                <a:solidFill>
                  <a:schemeClr val="accent4">
                    <a:lumMod val="60000"/>
                    <a:lumOff val="40000"/>
                  </a:schemeClr>
                </a:solidFill>
              </a:rPr>
              <a:t>E S U L T S</a:t>
            </a:r>
            <a:endParaRPr dirty="0">
              <a:solidFill>
                <a:schemeClr val="accent4">
                  <a:lumMod val="60000"/>
                  <a:lumOff val="40000"/>
                </a:schemeClr>
              </a:solidFill>
            </a:endParaRPr>
          </a:p>
        </p:txBody>
      </p:sp>
      <p:sp>
        <p:nvSpPr>
          <p:cNvPr id="251" name="Google Shape;251;p37">
            <a:extLst>
              <a:ext uri="{FF2B5EF4-FFF2-40B4-BE49-F238E27FC236}">
                <a16:creationId xmlns:a16="http://schemas.microsoft.com/office/drawing/2014/main" id="{2FCAE31B-67E6-C959-9DC1-1C7A42897801}"/>
              </a:ext>
            </a:extLst>
          </p:cNvPr>
          <p:cNvSpPr txBox="1">
            <a:spLocks noGrp="1"/>
          </p:cNvSpPr>
          <p:nvPr>
            <p:ph type="title" idx="2"/>
          </p:nvPr>
        </p:nvSpPr>
        <p:spPr>
          <a:xfrm>
            <a:off x="3319921" y="1859966"/>
            <a:ext cx="1178400" cy="9159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03 </a:t>
            </a:r>
            <a:endParaRPr dirty="0"/>
          </a:p>
        </p:txBody>
      </p:sp>
      <p:cxnSp>
        <p:nvCxnSpPr>
          <p:cNvPr id="252" name="Google Shape;252;p37">
            <a:extLst>
              <a:ext uri="{FF2B5EF4-FFF2-40B4-BE49-F238E27FC236}">
                <a16:creationId xmlns:a16="http://schemas.microsoft.com/office/drawing/2014/main" id="{43C1CBE9-C5E1-D2CF-1EFE-6200981AC87D}"/>
              </a:ext>
            </a:extLst>
          </p:cNvPr>
          <p:cNvCxnSpPr/>
          <p:nvPr/>
        </p:nvCxnSpPr>
        <p:spPr>
          <a:xfrm>
            <a:off x="5413400" y="1136350"/>
            <a:ext cx="0" cy="4014900"/>
          </a:xfrm>
          <a:prstGeom prst="straightConnector1">
            <a:avLst/>
          </a:prstGeom>
          <a:noFill/>
          <a:ln w="9525" cap="flat" cmpd="sng">
            <a:solidFill>
              <a:schemeClr val="dk1"/>
            </a:solidFill>
            <a:prstDash val="solid"/>
            <a:round/>
            <a:headEnd type="none" w="med" len="med"/>
            <a:tailEnd type="none" w="med" len="med"/>
          </a:ln>
        </p:spPr>
      </p:cxnSp>
      <p:pic>
        <p:nvPicPr>
          <p:cNvPr id="7" name="Picture 6">
            <a:extLst>
              <a:ext uri="{FF2B5EF4-FFF2-40B4-BE49-F238E27FC236}">
                <a16:creationId xmlns:a16="http://schemas.microsoft.com/office/drawing/2014/main" id="{52EBB2FE-AEBA-4039-3537-C7E31D442633}"/>
              </a:ext>
            </a:extLst>
          </p:cNvPr>
          <p:cNvPicPr>
            <a:picLocks noChangeAspect="1"/>
          </p:cNvPicPr>
          <p:nvPr/>
        </p:nvPicPr>
        <p:blipFill>
          <a:blip r:embed="rId3"/>
          <a:srcRect b="6285"/>
          <a:stretch>
            <a:fillRect/>
          </a:stretch>
        </p:blipFill>
        <p:spPr>
          <a:xfrm>
            <a:off x="4803347" y="1136351"/>
            <a:ext cx="4212059" cy="3264962"/>
          </a:xfrm>
          <a:prstGeom prst="rect">
            <a:avLst/>
          </a:prstGeom>
        </p:spPr>
      </p:pic>
    </p:spTree>
    <p:extLst>
      <p:ext uri="{BB962C8B-B14F-4D97-AF65-F5344CB8AC3E}">
        <p14:creationId xmlns:p14="http://schemas.microsoft.com/office/powerpoint/2010/main" val="4006939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9"/>
          <p:cNvSpPr txBox="1">
            <a:spLocks noGrp="1"/>
          </p:cNvSpPr>
          <p:nvPr>
            <p:ph type="title"/>
          </p:nvPr>
        </p:nvSpPr>
        <p:spPr>
          <a:xfrm>
            <a:off x="720000" y="539500"/>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solidFill>
                  <a:schemeClr val="accent4">
                    <a:lumMod val="60000"/>
                    <a:lumOff val="40000"/>
                  </a:schemeClr>
                </a:solidFill>
              </a:rPr>
              <a:t>D A T A </a:t>
            </a:r>
            <a:endParaRPr dirty="0">
              <a:solidFill>
                <a:schemeClr val="accent4">
                  <a:lumMod val="60000"/>
                  <a:lumOff val="40000"/>
                </a:schemeClr>
              </a:solidFill>
            </a:endParaRPr>
          </a:p>
        </p:txBody>
      </p:sp>
      <p:sp>
        <p:nvSpPr>
          <p:cNvPr id="4" name="Text 5">
            <a:extLst>
              <a:ext uri="{FF2B5EF4-FFF2-40B4-BE49-F238E27FC236}">
                <a16:creationId xmlns:a16="http://schemas.microsoft.com/office/drawing/2014/main" id="{3D78A7DE-1AA2-28FC-66A7-DD8FB30621EA}"/>
              </a:ext>
            </a:extLst>
          </p:cNvPr>
          <p:cNvSpPr/>
          <p:nvPr/>
        </p:nvSpPr>
        <p:spPr>
          <a:xfrm>
            <a:off x="-119888" y="4328160"/>
            <a:ext cx="1735328" cy="450780"/>
          </a:xfrm>
          <a:prstGeom prst="rect">
            <a:avLst/>
          </a:prstGeom>
          <a:noFill/>
          <a:ln/>
        </p:spPr>
        <p:txBody>
          <a:bodyPr wrap="square" lIns="0" tIns="0" rIns="0" bIns="0" rtlCol="0" anchor="t"/>
          <a:lstStyle/>
          <a:p>
            <a:pPr marL="0" indent="0" algn="ctr">
              <a:buNone/>
            </a:pPr>
            <a:endParaRPr lang="en-US" sz="1600" dirty="0"/>
          </a:p>
        </p:txBody>
      </p:sp>
      <p:sp>
        <p:nvSpPr>
          <p:cNvPr id="7" name="Text 8">
            <a:extLst>
              <a:ext uri="{FF2B5EF4-FFF2-40B4-BE49-F238E27FC236}">
                <a16:creationId xmlns:a16="http://schemas.microsoft.com/office/drawing/2014/main" id="{F506809D-35E4-A5BD-65B3-87B2AFA27C96}"/>
              </a:ext>
            </a:extLst>
          </p:cNvPr>
          <p:cNvSpPr/>
          <p:nvPr/>
        </p:nvSpPr>
        <p:spPr>
          <a:xfrm>
            <a:off x="3537712" y="4328160"/>
            <a:ext cx="1735328" cy="450780"/>
          </a:xfrm>
          <a:prstGeom prst="rect">
            <a:avLst/>
          </a:prstGeom>
          <a:noFill/>
          <a:ln/>
        </p:spPr>
        <p:txBody>
          <a:bodyPr wrap="square" lIns="0" tIns="0" rIns="0" bIns="0" rtlCol="0" anchor="t"/>
          <a:lstStyle/>
          <a:p>
            <a:pPr marL="0" indent="0" algn="ctr">
              <a:buNone/>
            </a:pPr>
            <a:endParaRPr lang="en-US" sz="1600" dirty="0"/>
          </a:p>
        </p:txBody>
      </p:sp>
      <p:sp>
        <p:nvSpPr>
          <p:cNvPr id="9" name="Text 10">
            <a:extLst>
              <a:ext uri="{FF2B5EF4-FFF2-40B4-BE49-F238E27FC236}">
                <a16:creationId xmlns:a16="http://schemas.microsoft.com/office/drawing/2014/main" id="{3D4ED295-2994-1D8F-281D-383E759449D7}"/>
              </a:ext>
            </a:extLst>
          </p:cNvPr>
          <p:cNvSpPr/>
          <p:nvPr/>
        </p:nvSpPr>
        <p:spPr>
          <a:xfrm>
            <a:off x="7195312" y="2438400"/>
            <a:ext cx="1735328" cy="901559"/>
          </a:xfrm>
          <a:prstGeom prst="rect">
            <a:avLst/>
          </a:prstGeom>
          <a:noFill/>
          <a:ln/>
        </p:spPr>
        <p:txBody>
          <a:bodyPr wrap="square" lIns="0" tIns="0" rIns="0" bIns="0" rtlCol="0" anchor="ctr"/>
          <a:lstStyle/>
          <a:p>
            <a:pPr marL="0" indent="0" algn="ctr">
              <a:buNone/>
            </a:pPr>
            <a:endParaRPr lang="en-US" sz="5800" dirty="0"/>
          </a:p>
        </p:txBody>
      </p:sp>
      <p:sp>
        <p:nvSpPr>
          <p:cNvPr id="10" name="Text 11">
            <a:extLst>
              <a:ext uri="{FF2B5EF4-FFF2-40B4-BE49-F238E27FC236}">
                <a16:creationId xmlns:a16="http://schemas.microsoft.com/office/drawing/2014/main" id="{2389B58F-CF8F-BB61-0590-39F99D3B3044}"/>
              </a:ext>
            </a:extLst>
          </p:cNvPr>
          <p:cNvSpPr/>
          <p:nvPr/>
        </p:nvSpPr>
        <p:spPr>
          <a:xfrm>
            <a:off x="7195312" y="4328160"/>
            <a:ext cx="1735328" cy="450780"/>
          </a:xfrm>
          <a:prstGeom prst="rect">
            <a:avLst/>
          </a:prstGeom>
          <a:noFill/>
          <a:ln/>
        </p:spPr>
        <p:txBody>
          <a:bodyPr wrap="square" lIns="0" tIns="0" rIns="0" bIns="0" rtlCol="0" anchor="t"/>
          <a:lstStyle/>
          <a:p>
            <a:pPr marL="0" indent="0" algn="ctr">
              <a:buNone/>
            </a:pPr>
            <a:endParaRPr lang="en-US" sz="1600" dirty="0"/>
          </a:p>
        </p:txBody>
      </p:sp>
      <p:pic>
        <p:nvPicPr>
          <p:cNvPr id="14" name="Picture 13">
            <a:extLst>
              <a:ext uri="{FF2B5EF4-FFF2-40B4-BE49-F238E27FC236}">
                <a16:creationId xmlns:a16="http://schemas.microsoft.com/office/drawing/2014/main" id="{AC079E4F-18A9-0C6F-A70F-C15482FB2AB5}"/>
              </a:ext>
            </a:extLst>
          </p:cNvPr>
          <p:cNvPicPr>
            <a:picLocks noChangeAspect="1"/>
          </p:cNvPicPr>
          <p:nvPr/>
        </p:nvPicPr>
        <p:blipFill>
          <a:blip r:embed="rId3"/>
          <a:stretch>
            <a:fillRect/>
          </a:stretch>
        </p:blipFill>
        <p:spPr>
          <a:xfrm>
            <a:off x="555666" y="1378634"/>
            <a:ext cx="4086007" cy="2553754"/>
          </a:xfrm>
          <a:prstGeom prst="rect">
            <a:avLst/>
          </a:prstGeom>
        </p:spPr>
      </p:pic>
      <p:sp>
        <p:nvSpPr>
          <p:cNvPr id="15" name="Rectangle: Rounded Corners 14">
            <a:extLst>
              <a:ext uri="{FF2B5EF4-FFF2-40B4-BE49-F238E27FC236}">
                <a16:creationId xmlns:a16="http://schemas.microsoft.com/office/drawing/2014/main" id="{6B89064A-7877-483D-6AE1-7A09571D1985}"/>
              </a:ext>
            </a:extLst>
          </p:cNvPr>
          <p:cNvSpPr/>
          <p:nvPr/>
        </p:nvSpPr>
        <p:spPr>
          <a:xfrm>
            <a:off x="4852376" y="1561514"/>
            <a:ext cx="1914184" cy="450780"/>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latin typeface="Georgia" panose="02040502050405020303" pitchFamily="18" charset="0"/>
                <a:hlinkClick r:id="rId4"/>
              </a:rPr>
              <a:t>GEO</a:t>
            </a:r>
            <a:endParaRPr lang="en-IN" dirty="0">
              <a:latin typeface="Georgia" panose="02040502050405020303" pitchFamily="18" charset="0"/>
            </a:endParaRPr>
          </a:p>
        </p:txBody>
      </p:sp>
      <p:sp>
        <p:nvSpPr>
          <p:cNvPr id="16" name="Rectangle: Rounded Corners 15">
            <a:extLst>
              <a:ext uri="{FF2B5EF4-FFF2-40B4-BE49-F238E27FC236}">
                <a16:creationId xmlns:a16="http://schemas.microsoft.com/office/drawing/2014/main" id="{D2CAC71B-96DB-546D-08ED-87AB3F28A71C}"/>
              </a:ext>
            </a:extLst>
          </p:cNvPr>
          <p:cNvSpPr/>
          <p:nvPr/>
        </p:nvSpPr>
        <p:spPr>
          <a:xfrm>
            <a:off x="6969917" y="1561514"/>
            <a:ext cx="1914184" cy="901558"/>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sz="2400" dirty="0">
                <a:solidFill>
                  <a:schemeClr val="tx1"/>
                </a:solidFill>
                <a:latin typeface="Georgia" panose="02040502050405020303" pitchFamily="18" charset="0"/>
              </a:rPr>
              <a:t>134 </a:t>
            </a:r>
          </a:p>
          <a:p>
            <a:pPr algn="ctr"/>
            <a:r>
              <a:rPr lang="en-IN" dirty="0">
                <a:latin typeface="Georgia" panose="02040502050405020303" pitchFamily="18" charset="0"/>
              </a:rPr>
              <a:t>Individuals overall RNA-</a:t>
            </a:r>
            <a:r>
              <a:rPr lang="en-IN" dirty="0" err="1">
                <a:latin typeface="Georgia" panose="02040502050405020303" pitchFamily="18" charset="0"/>
              </a:rPr>
              <a:t>seq</a:t>
            </a:r>
            <a:r>
              <a:rPr lang="en-IN" dirty="0">
                <a:latin typeface="Georgia" panose="02040502050405020303" pitchFamily="18" charset="0"/>
              </a:rPr>
              <a:t> data</a:t>
            </a:r>
          </a:p>
        </p:txBody>
      </p:sp>
      <p:sp>
        <p:nvSpPr>
          <p:cNvPr id="17" name="Rectangle: Rounded Corners 16">
            <a:extLst>
              <a:ext uri="{FF2B5EF4-FFF2-40B4-BE49-F238E27FC236}">
                <a16:creationId xmlns:a16="http://schemas.microsoft.com/office/drawing/2014/main" id="{8AD3FF65-A60A-CC23-677D-09BA5C0A976F}"/>
              </a:ext>
            </a:extLst>
          </p:cNvPr>
          <p:cNvSpPr/>
          <p:nvPr/>
        </p:nvSpPr>
        <p:spPr>
          <a:xfrm>
            <a:off x="4913337" y="2215125"/>
            <a:ext cx="1853223" cy="955102"/>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sz="2400" dirty="0">
                <a:solidFill>
                  <a:schemeClr val="tx1"/>
                </a:solidFill>
                <a:latin typeface="Georgia" panose="02040502050405020303" pitchFamily="18" charset="0"/>
              </a:rPr>
              <a:t>7 </a:t>
            </a:r>
          </a:p>
          <a:p>
            <a:pPr algn="ctr"/>
            <a:r>
              <a:rPr lang="en-IN" dirty="0">
                <a:latin typeface="Georgia" panose="02040502050405020303" pitchFamily="18" charset="0"/>
              </a:rPr>
              <a:t>Cell Population Data Analysed</a:t>
            </a:r>
          </a:p>
        </p:txBody>
      </p:sp>
      <p:sp>
        <p:nvSpPr>
          <p:cNvPr id="18" name="Rectangle: Rounded Corners 17">
            <a:extLst>
              <a:ext uri="{FF2B5EF4-FFF2-40B4-BE49-F238E27FC236}">
                <a16:creationId xmlns:a16="http://schemas.microsoft.com/office/drawing/2014/main" id="{4E1DD892-F3F2-2C22-BD85-DE099F70E216}"/>
              </a:ext>
            </a:extLst>
          </p:cNvPr>
          <p:cNvSpPr/>
          <p:nvPr/>
        </p:nvSpPr>
        <p:spPr>
          <a:xfrm>
            <a:off x="7000397" y="2571750"/>
            <a:ext cx="1853223" cy="955102"/>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sz="2400" dirty="0">
                <a:solidFill>
                  <a:schemeClr val="tx1"/>
                </a:solidFill>
                <a:latin typeface="Georgia" panose="02040502050405020303" pitchFamily="18" charset="0"/>
              </a:rPr>
              <a:t>3    vs    4</a:t>
            </a:r>
          </a:p>
          <a:p>
            <a:pPr algn="ctr"/>
            <a:r>
              <a:rPr lang="en-IN" dirty="0">
                <a:latin typeface="Georgia" panose="02040502050405020303" pitchFamily="18" charset="0"/>
              </a:rPr>
              <a:t>ALS          Healthy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2DDBD-4314-586E-4BB3-5CD1E5976328}"/>
              </a:ext>
            </a:extLst>
          </p:cNvPr>
          <p:cNvSpPr>
            <a:spLocks noGrp="1"/>
          </p:cNvSpPr>
          <p:nvPr>
            <p:ph type="title"/>
          </p:nvPr>
        </p:nvSpPr>
        <p:spPr>
          <a:xfrm>
            <a:off x="368308" y="177071"/>
            <a:ext cx="7710900" cy="572700"/>
          </a:xfrm>
        </p:spPr>
        <p:txBody>
          <a:bodyPr/>
          <a:lstStyle/>
          <a:p>
            <a:r>
              <a:rPr lang="en-IN" dirty="0">
                <a:solidFill>
                  <a:srgbClr val="7030A0"/>
                </a:solidFill>
              </a:rPr>
              <a:t>DATA CLEANING</a:t>
            </a:r>
          </a:p>
        </p:txBody>
      </p:sp>
      <p:pic>
        <p:nvPicPr>
          <p:cNvPr id="6" name="Picture 5">
            <a:extLst>
              <a:ext uri="{FF2B5EF4-FFF2-40B4-BE49-F238E27FC236}">
                <a16:creationId xmlns:a16="http://schemas.microsoft.com/office/drawing/2014/main" id="{1BB254BB-205F-B68C-A075-3D5F2A355EA6}"/>
              </a:ext>
            </a:extLst>
          </p:cNvPr>
          <p:cNvPicPr>
            <a:picLocks noChangeAspect="1"/>
          </p:cNvPicPr>
          <p:nvPr/>
        </p:nvPicPr>
        <p:blipFill>
          <a:blip r:embed="rId2"/>
          <a:srcRect b="7458"/>
          <a:stretch>
            <a:fillRect/>
          </a:stretch>
        </p:blipFill>
        <p:spPr>
          <a:xfrm>
            <a:off x="-167821" y="513238"/>
            <a:ext cx="9479642" cy="4117023"/>
          </a:xfrm>
          <a:prstGeom prst="rect">
            <a:avLst/>
          </a:prstGeom>
        </p:spPr>
      </p:pic>
    </p:spTree>
    <p:extLst>
      <p:ext uri="{BB962C8B-B14F-4D97-AF65-F5344CB8AC3E}">
        <p14:creationId xmlns:p14="http://schemas.microsoft.com/office/powerpoint/2010/main" val="4108917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C480B-C159-D8D1-02C3-A6E83EB2E64D}"/>
              </a:ext>
            </a:extLst>
          </p:cNvPr>
          <p:cNvSpPr>
            <a:spLocks noGrp="1"/>
          </p:cNvSpPr>
          <p:nvPr>
            <p:ph type="title"/>
          </p:nvPr>
        </p:nvSpPr>
        <p:spPr>
          <a:xfrm>
            <a:off x="243840" y="152638"/>
            <a:ext cx="7710900" cy="572700"/>
          </a:xfrm>
        </p:spPr>
        <p:txBody>
          <a:bodyPr/>
          <a:lstStyle/>
          <a:p>
            <a:r>
              <a:rPr lang="en-IN" dirty="0">
                <a:solidFill>
                  <a:srgbClr val="7030A0"/>
                </a:solidFill>
              </a:rPr>
              <a:t>DATA ANALYSIS</a:t>
            </a:r>
          </a:p>
        </p:txBody>
      </p:sp>
      <p:graphicFrame>
        <p:nvGraphicFramePr>
          <p:cNvPr id="7" name="Table 6">
            <a:extLst>
              <a:ext uri="{FF2B5EF4-FFF2-40B4-BE49-F238E27FC236}">
                <a16:creationId xmlns:a16="http://schemas.microsoft.com/office/drawing/2014/main" id="{C9C37BD5-8585-3283-B76C-678D10EBDC2C}"/>
              </a:ext>
            </a:extLst>
          </p:cNvPr>
          <p:cNvGraphicFramePr>
            <a:graphicFrameLocks noGrp="1"/>
          </p:cNvGraphicFramePr>
          <p:nvPr>
            <p:extLst>
              <p:ext uri="{D42A27DB-BD31-4B8C-83A1-F6EECF244321}">
                <p14:modId xmlns:p14="http://schemas.microsoft.com/office/powerpoint/2010/main" val="106059177"/>
              </p:ext>
            </p:extLst>
          </p:nvPr>
        </p:nvGraphicFramePr>
        <p:xfrm>
          <a:off x="710419" y="922287"/>
          <a:ext cx="7983415" cy="3410941"/>
        </p:xfrm>
        <a:graphic>
          <a:graphicData uri="http://schemas.openxmlformats.org/drawingml/2006/table">
            <a:tbl>
              <a:tblPr>
                <a:tableStyleId>{775DCB02-9BB8-47FD-8907-85C794F793BA}</a:tableStyleId>
              </a:tblPr>
              <a:tblGrid>
                <a:gridCol w="2604028">
                  <a:extLst>
                    <a:ext uri="{9D8B030D-6E8A-4147-A177-3AD203B41FA5}">
                      <a16:colId xmlns:a16="http://schemas.microsoft.com/office/drawing/2014/main" val="3802013491"/>
                    </a:ext>
                  </a:extLst>
                </a:gridCol>
                <a:gridCol w="4151204">
                  <a:extLst>
                    <a:ext uri="{9D8B030D-6E8A-4147-A177-3AD203B41FA5}">
                      <a16:colId xmlns:a16="http://schemas.microsoft.com/office/drawing/2014/main" val="3596441686"/>
                    </a:ext>
                  </a:extLst>
                </a:gridCol>
                <a:gridCol w="1228183">
                  <a:extLst>
                    <a:ext uri="{9D8B030D-6E8A-4147-A177-3AD203B41FA5}">
                      <a16:colId xmlns:a16="http://schemas.microsoft.com/office/drawing/2014/main" val="1798469537"/>
                    </a:ext>
                  </a:extLst>
                </a:gridCol>
              </a:tblGrid>
              <a:tr h="23165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IN" sz="1400" b="1" dirty="0">
                          <a:solidFill>
                            <a:schemeClr val="bg2"/>
                          </a:solidFill>
                        </a:rPr>
                        <a:t>Test / Step</a:t>
                      </a:r>
                      <a:endParaRPr lang="en-IN" sz="1400" b="1" dirty="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IN" sz="1400" b="1" dirty="0">
                          <a:solidFill>
                            <a:schemeClr val="bg2"/>
                          </a:solidFill>
                        </a:rPr>
                        <a:t>Purpose</a:t>
                      </a:r>
                      <a:endParaRPr lang="en-IN" sz="1400" b="1" dirty="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IN" sz="1400" b="1" dirty="0">
                          <a:solidFill>
                            <a:schemeClr val="bg2"/>
                          </a:solidFill>
                        </a:rPr>
                        <a:t>Output</a:t>
                      </a:r>
                      <a:endParaRPr lang="en-IN" sz="1400" b="1" dirty="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extLst>
                  <a:ext uri="{0D108BD9-81ED-4DB2-BD59-A6C34878D82A}">
                    <a16:rowId xmlns:a16="http://schemas.microsoft.com/office/drawing/2014/main" val="1158666531"/>
                  </a:ext>
                </a:extLst>
              </a:tr>
              <a:tr h="40745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IN" sz="1000" b="1">
                          <a:solidFill>
                            <a:schemeClr val="bg2"/>
                          </a:solidFill>
                        </a:rPr>
                        <a:t>Low-count gene filtering</a:t>
                      </a:r>
                      <a:endParaRPr lang="en-IN" sz="100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US" sz="1000" dirty="0">
                          <a:solidFill>
                            <a:schemeClr val="bg2"/>
                          </a:solidFill>
                        </a:rPr>
                        <a:t>Remove genes with insufficient data for reliable testing</a:t>
                      </a:r>
                      <a:endParaRPr lang="en-US" sz="1000" dirty="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US" sz="1000">
                          <a:solidFill>
                            <a:schemeClr val="bg2"/>
                          </a:solidFill>
                        </a:rPr>
                        <a:t>7,215–9,637 genes retained per stratum</a:t>
                      </a:r>
                      <a:endParaRPr lang="en-US" sz="100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extLst>
                  <a:ext uri="{0D108BD9-81ED-4DB2-BD59-A6C34878D82A}">
                    <a16:rowId xmlns:a16="http://schemas.microsoft.com/office/drawing/2014/main" val="4121080084"/>
                  </a:ext>
                </a:extLst>
              </a:tr>
              <a:tr h="279896">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IN" sz="1000" b="1" dirty="0">
                          <a:solidFill>
                            <a:schemeClr val="bg2"/>
                          </a:solidFill>
                        </a:rPr>
                        <a:t>Median-of-ratios normalization</a:t>
                      </a:r>
                      <a:endParaRPr lang="en-IN" sz="1000" dirty="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US" sz="1000" dirty="0">
                          <a:solidFill>
                            <a:schemeClr val="bg2"/>
                          </a:solidFill>
                        </a:rPr>
                        <a:t>Correct for library-size and composition differences between samples</a:t>
                      </a:r>
                      <a:endParaRPr lang="en-US" sz="1000" dirty="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IN" sz="1000">
                          <a:solidFill>
                            <a:schemeClr val="bg2"/>
                          </a:solidFill>
                        </a:rPr>
                        <a:t>Per-sample size factors</a:t>
                      </a:r>
                      <a:endParaRPr lang="en-IN" sz="100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extLst>
                  <a:ext uri="{0D108BD9-81ED-4DB2-BD59-A6C34878D82A}">
                    <a16:rowId xmlns:a16="http://schemas.microsoft.com/office/drawing/2014/main" val="1566903569"/>
                  </a:ext>
                </a:extLst>
              </a:tr>
              <a:tr h="40745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IN" sz="1000" b="1" dirty="0">
                          <a:solidFill>
                            <a:schemeClr val="bg2"/>
                          </a:solidFill>
                        </a:rPr>
                        <a:t>Dispersion estimation &amp; shrinkage</a:t>
                      </a:r>
                      <a:endParaRPr lang="en-IN" sz="1000" dirty="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US" sz="1000" dirty="0">
                          <a:solidFill>
                            <a:schemeClr val="bg2"/>
                          </a:solidFill>
                        </a:rPr>
                        <a:t>Estimate gene-wise variance; shrink toward fitted mean–dispersion trend (stabilizes small-n estimates)</a:t>
                      </a:r>
                      <a:endParaRPr lang="en-US" sz="1000" dirty="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IN" sz="1000">
                          <a:solidFill>
                            <a:schemeClr val="bg2"/>
                          </a:solidFill>
                        </a:rPr>
                        <a:t>Shrunken per-gene dispersions</a:t>
                      </a:r>
                      <a:endParaRPr lang="en-IN" sz="100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extLst>
                  <a:ext uri="{0D108BD9-81ED-4DB2-BD59-A6C34878D82A}">
                    <a16:rowId xmlns:a16="http://schemas.microsoft.com/office/drawing/2014/main" val="2978124772"/>
                  </a:ext>
                </a:extLst>
              </a:tr>
              <a:tr h="40745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IN" sz="1000" b="1" dirty="0">
                          <a:solidFill>
                            <a:schemeClr val="bg2"/>
                          </a:solidFill>
                        </a:rPr>
                        <a:t>Negative binomial GLM fit</a:t>
                      </a:r>
                      <a:endParaRPr lang="en-IN" sz="1000" dirty="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US" sz="1000">
                          <a:solidFill>
                            <a:schemeClr val="bg2"/>
                          </a:solidFill>
                        </a:rPr>
                        <a:t>Fit count model with disease as predictor: design = ~ disease</a:t>
                      </a:r>
                      <a:endParaRPr lang="en-US" sz="100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IN" sz="1000">
                          <a:solidFill>
                            <a:schemeClr val="bg2"/>
                          </a:solidFill>
                        </a:rPr>
                        <a:t>Per-gene coefficients + standard errors</a:t>
                      </a:r>
                      <a:endParaRPr lang="en-IN" sz="100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extLst>
                  <a:ext uri="{0D108BD9-81ED-4DB2-BD59-A6C34878D82A}">
                    <a16:rowId xmlns:a16="http://schemas.microsoft.com/office/drawing/2014/main" val="1104376103"/>
                  </a:ext>
                </a:extLst>
              </a:tr>
              <a:tr h="173528">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IN" sz="1000" b="1" dirty="0">
                          <a:solidFill>
                            <a:schemeClr val="bg2"/>
                          </a:solidFill>
                          <a:latin typeface="Calibri" panose="020F0502020204030204" pitchFamily="34" charset="0"/>
                          <a:ea typeface="Calibri" panose="020F0502020204030204" pitchFamily="34" charset="0"/>
                          <a:cs typeface="Calibri" panose="020F0502020204030204" pitchFamily="34" charset="0"/>
                        </a:rPr>
                        <a:t>DESEQ2 Analysis</a:t>
                      </a:r>
                    </a:p>
                  </a:txBody>
                  <a:tcPr marL="29601" marR="29601" marT="14800" marB="1480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US" sz="1000">
                          <a:solidFill>
                            <a:schemeClr val="bg2"/>
                          </a:solidFill>
                        </a:rPr>
                        <a:t>Label genes Up / Down / NS based on significance + effect size</a:t>
                      </a:r>
                      <a:endParaRPr lang="en-US" sz="100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IN" sz="1000" dirty="0">
                          <a:solidFill>
                            <a:schemeClr val="bg2"/>
                          </a:solidFill>
                        </a:rPr>
                        <a:t>log2FC</a:t>
                      </a:r>
                      <a:endParaRPr lang="en-IN" sz="1000" dirty="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extLst>
                  <a:ext uri="{0D108BD9-81ED-4DB2-BD59-A6C34878D82A}">
                    <a16:rowId xmlns:a16="http://schemas.microsoft.com/office/drawing/2014/main" val="3762993083"/>
                  </a:ext>
                </a:extLst>
              </a:tr>
              <a:tr h="40745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IN" sz="1000" b="1" dirty="0">
                          <a:solidFill>
                            <a:schemeClr val="bg2"/>
                          </a:solidFill>
                        </a:rPr>
                        <a:t>Variance-stabilizing transformation (VST)</a:t>
                      </a:r>
                      <a:endParaRPr lang="en-IN" sz="1000" dirty="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US" sz="1000">
                          <a:solidFill>
                            <a:schemeClr val="bg2"/>
                          </a:solidFill>
                        </a:rPr>
                        <a:t>Prepare counts for visualization (PCA, heatmaps)</a:t>
                      </a:r>
                      <a:endParaRPr lang="en-US" sz="100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IN" sz="1000" dirty="0">
                          <a:solidFill>
                            <a:schemeClr val="bg2"/>
                          </a:solidFill>
                        </a:rPr>
                        <a:t>Homoscedastic expression matrix</a:t>
                      </a:r>
                      <a:endParaRPr lang="en-IN" sz="1000" dirty="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extLst>
                  <a:ext uri="{0D108BD9-81ED-4DB2-BD59-A6C34878D82A}">
                    <a16:rowId xmlns:a16="http://schemas.microsoft.com/office/drawing/2014/main" val="786304628"/>
                  </a:ext>
                </a:extLst>
              </a:tr>
              <a:tr h="40745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IN" sz="1000" b="1">
                          <a:solidFill>
                            <a:schemeClr val="bg2"/>
                          </a:solidFill>
                        </a:rPr>
                        <a:t>Principal Component Analysis (PCA)</a:t>
                      </a:r>
                      <a:endParaRPr lang="en-IN" sz="100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US" sz="1000">
                          <a:solidFill>
                            <a:schemeClr val="bg2"/>
                          </a:solidFill>
                        </a:rPr>
                        <a:t>Explore sources of variation; confirm cell-type vs disease structure</a:t>
                      </a:r>
                      <a:endParaRPr lang="en-US" sz="100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it-IT" sz="1000">
                          <a:solidFill>
                            <a:schemeClr val="bg2"/>
                          </a:solidFill>
                        </a:rPr>
                        <a:t>PC scores + % variance per PC</a:t>
                      </a:r>
                      <a:endParaRPr lang="it-IT" sz="100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extLst>
                  <a:ext uri="{0D108BD9-81ED-4DB2-BD59-A6C34878D82A}">
                    <a16:rowId xmlns:a16="http://schemas.microsoft.com/office/drawing/2014/main" val="866593023"/>
                  </a:ext>
                </a:extLst>
              </a:tr>
              <a:tr h="318834">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IN" sz="1000" b="1" dirty="0" err="1">
                          <a:solidFill>
                            <a:schemeClr val="bg2"/>
                          </a:solidFill>
                        </a:rPr>
                        <a:t>HeatMaps</a:t>
                      </a:r>
                      <a:endParaRPr lang="en-IN" sz="1000" dirty="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US" sz="1000" dirty="0">
                          <a:solidFill>
                            <a:schemeClr val="bg2"/>
                          </a:solidFill>
                        </a:rPr>
                        <a:t>Order heatmap rows/columns by similarity</a:t>
                      </a:r>
                      <a:endParaRPr lang="en-US" sz="1000" dirty="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IN" sz="1000">
                          <a:solidFill>
                            <a:schemeClr val="bg2"/>
                          </a:solidFill>
                        </a:rPr>
                        <a:t>Row/column dendrograms</a:t>
                      </a:r>
                      <a:endParaRPr lang="en-IN" sz="100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extLst>
                  <a:ext uri="{0D108BD9-81ED-4DB2-BD59-A6C34878D82A}">
                    <a16:rowId xmlns:a16="http://schemas.microsoft.com/office/drawing/2014/main" val="3935494942"/>
                  </a:ext>
                </a:extLst>
              </a:tr>
              <a:tr h="279896">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IN" sz="1000" b="1" dirty="0">
                          <a:solidFill>
                            <a:schemeClr val="bg2"/>
                          </a:solidFill>
                        </a:rPr>
                        <a:t>Consensus  </a:t>
                      </a:r>
                      <a:r>
                        <a:rPr lang="en-IN" sz="1000" b="1" dirty="0" err="1">
                          <a:solidFill>
                            <a:schemeClr val="bg2"/>
                          </a:solidFill>
                        </a:rPr>
                        <a:t>HeatMaps</a:t>
                      </a:r>
                      <a:endParaRPr lang="en-IN" sz="1000" dirty="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US" sz="1000" dirty="0">
                          <a:solidFill>
                            <a:schemeClr val="bg2"/>
                          </a:solidFill>
                        </a:rPr>
                        <a:t>Identify DEGs shared across Neutrophils AND Monocytes</a:t>
                      </a:r>
                      <a:endParaRPr lang="en-US" sz="1000" dirty="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buNone/>
                      </a:pPr>
                      <a:r>
                        <a:rPr lang="en-IN" sz="1000" dirty="0">
                          <a:solidFill>
                            <a:schemeClr val="bg2"/>
                          </a:solidFill>
                        </a:rPr>
                        <a:t>17 consensus genes</a:t>
                      </a:r>
                      <a:endParaRPr lang="en-IN" sz="1000" dirty="0">
                        <a:solidFill>
                          <a:schemeClr val="bg2"/>
                        </a:solidFill>
                        <a:latin typeface="Times New Roman" panose="02020603050405020304" pitchFamily="18" charset="0"/>
                        <a:cs typeface="Times New Roman" panose="02020603050405020304" pitchFamily="18" charset="0"/>
                      </a:endParaRPr>
                    </a:p>
                  </a:txBody>
                  <a:tcPr marL="29601" marR="29601" marT="14800" marB="14800" anchor="ctr"/>
                </a:tc>
                <a:extLst>
                  <a:ext uri="{0D108BD9-81ED-4DB2-BD59-A6C34878D82A}">
                    <a16:rowId xmlns:a16="http://schemas.microsoft.com/office/drawing/2014/main" val="1608247794"/>
                  </a:ext>
                </a:extLst>
              </a:tr>
            </a:tbl>
          </a:graphicData>
        </a:graphic>
      </p:graphicFrame>
      <p:sp>
        <p:nvSpPr>
          <p:cNvPr id="8" name="TextBox 7">
            <a:extLst>
              <a:ext uri="{FF2B5EF4-FFF2-40B4-BE49-F238E27FC236}">
                <a16:creationId xmlns:a16="http://schemas.microsoft.com/office/drawing/2014/main" id="{7166AF8A-EB6B-05D3-D560-DB946AA80D11}"/>
              </a:ext>
            </a:extLst>
          </p:cNvPr>
          <p:cNvSpPr txBox="1"/>
          <p:nvPr/>
        </p:nvSpPr>
        <p:spPr>
          <a:xfrm>
            <a:off x="1899137" y="4508695"/>
            <a:ext cx="6569613" cy="646331"/>
          </a:xfrm>
          <a:prstGeom prst="rect">
            <a:avLst/>
          </a:prstGeom>
          <a:noFill/>
        </p:spPr>
        <p:txBody>
          <a:bodyPr wrap="square" rtlCol="0">
            <a:spAutoFit/>
          </a:bodyPr>
          <a:lstStyle/>
          <a:p>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Negative GLM : Variance is greater than the mean, which violates normal and Poisson assumptions.</a:t>
            </a:r>
            <a:b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The negative binomial model accounts for this by modeling variance as a function of the mean.</a:t>
            </a:r>
            <a:b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br>
            <a:endParaRPr lang="en-IN" sz="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84169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3">
          <a:extLst>
            <a:ext uri="{FF2B5EF4-FFF2-40B4-BE49-F238E27FC236}">
              <a16:creationId xmlns:a16="http://schemas.microsoft.com/office/drawing/2014/main" id="{15DEA455-E37E-0381-A7F4-9F202B15E704}"/>
            </a:ext>
          </a:extLst>
        </p:cNvPr>
        <p:cNvGrpSpPr/>
        <p:nvPr/>
      </p:nvGrpSpPr>
      <p:grpSpPr>
        <a:xfrm>
          <a:off x="0" y="0"/>
          <a:ext cx="0" cy="0"/>
          <a:chOff x="0" y="0"/>
          <a:chExt cx="0" cy="0"/>
        </a:xfrm>
      </p:grpSpPr>
      <p:sp>
        <p:nvSpPr>
          <p:cNvPr id="264" name="Google Shape;264;p39">
            <a:extLst>
              <a:ext uri="{FF2B5EF4-FFF2-40B4-BE49-F238E27FC236}">
                <a16:creationId xmlns:a16="http://schemas.microsoft.com/office/drawing/2014/main" id="{35378083-6721-F9AE-9FE4-A776F643EA66}"/>
              </a:ext>
            </a:extLst>
          </p:cNvPr>
          <p:cNvSpPr txBox="1">
            <a:spLocks noGrp="1"/>
          </p:cNvSpPr>
          <p:nvPr>
            <p:ph type="title"/>
          </p:nvPr>
        </p:nvSpPr>
        <p:spPr>
          <a:xfrm>
            <a:off x="480849" y="-3505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solidFill>
                  <a:schemeClr val="accent4">
                    <a:lumMod val="60000"/>
                    <a:lumOff val="40000"/>
                  </a:schemeClr>
                </a:solidFill>
              </a:rPr>
              <a:t>R E S U L T S</a:t>
            </a:r>
            <a:endParaRPr dirty="0">
              <a:solidFill>
                <a:schemeClr val="accent4">
                  <a:lumMod val="60000"/>
                  <a:lumOff val="40000"/>
                </a:schemeClr>
              </a:solidFill>
            </a:endParaRPr>
          </a:p>
        </p:txBody>
      </p:sp>
      <p:sp>
        <p:nvSpPr>
          <p:cNvPr id="4" name="Text 5">
            <a:extLst>
              <a:ext uri="{FF2B5EF4-FFF2-40B4-BE49-F238E27FC236}">
                <a16:creationId xmlns:a16="http://schemas.microsoft.com/office/drawing/2014/main" id="{8CA94DB7-9453-8F88-7E04-982BAEDE10B4}"/>
              </a:ext>
            </a:extLst>
          </p:cNvPr>
          <p:cNvSpPr/>
          <p:nvPr/>
        </p:nvSpPr>
        <p:spPr>
          <a:xfrm>
            <a:off x="-119888" y="4328160"/>
            <a:ext cx="1735328" cy="450780"/>
          </a:xfrm>
          <a:prstGeom prst="rect">
            <a:avLst/>
          </a:prstGeom>
          <a:noFill/>
          <a:ln/>
        </p:spPr>
        <p:txBody>
          <a:bodyPr wrap="square" lIns="0" tIns="0" rIns="0" bIns="0" rtlCol="0" anchor="t"/>
          <a:lstStyle/>
          <a:p>
            <a:pPr marL="0" indent="0" algn="ctr">
              <a:buNone/>
            </a:pPr>
            <a:endParaRPr lang="en-US" sz="1600" dirty="0"/>
          </a:p>
        </p:txBody>
      </p:sp>
      <p:sp>
        <p:nvSpPr>
          <p:cNvPr id="7" name="Text 8">
            <a:extLst>
              <a:ext uri="{FF2B5EF4-FFF2-40B4-BE49-F238E27FC236}">
                <a16:creationId xmlns:a16="http://schemas.microsoft.com/office/drawing/2014/main" id="{FED4827A-4664-A848-34B9-8D5C6E74E1BB}"/>
              </a:ext>
            </a:extLst>
          </p:cNvPr>
          <p:cNvSpPr/>
          <p:nvPr/>
        </p:nvSpPr>
        <p:spPr>
          <a:xfrm>
            <a:off x="3537712" y="4328160"/>
            <a:ext cx="1735328" cy="450780"/>
          </a:xfrm>
          <a:prstGeom prst="rect">
            <a:avLst/>
          </a:prstGeom>
          <a:noFill/>
          <a:ln/>
        </p:spPr>
        <p:txBody>
          <a:bodyPr wrap="square" lIns="0" tIns="0" rIns="0" bIns="0" rtlCol="0" anchor="t"/>
          <a:lstStyle/>
          <a:p>
            <a:pPr marL="0" indent="0" algn="ctr">
              <a:buNone/>
            </a:pPr>
            <a:endParaRPr lang="en-US" sz="1600" dirty="0"/>
          </a:p>
        </p:txBody>
      </p:sp>
      <p:sp>
        <p:nvSpPr>
          <p:cNvPr id="9" name="Text 10">
            <a:extLst>
              <a:ext uri="{FF2B5EF4-FFF2-40B4-BE49-F238E27FC236}">
                <a16:creationId xmlns:a16="http://schemas.microsoft.com/office/drawing/2014/main" id="{5F6FCBE4-EE7E-8A2E-AFB2-5B0E00D3B9F1}"/>
              </a:ext>
            </a:extLst>
          </p:cNvPr>
          <p:cNvSpPr/>
          <p:nvPr/>
        </p:nvSpPr>
        <p:spPr>
          <a:xfrm>
            <a:off x="7195312" y="2438400"/>
            <a:ext cx="1735328" cy="901559"/>
          </a:xfrm>
          <a:prstGeom prst="rect">
            <a:avLst/>
          </a:prstGeom>
          <a:noFill/>
          <a:ln/>
        </p:spPr>
        <p:txBody>
          <a:bodyPr wrap="square" lIns="0" tIns="0" rIns="0" bIns="0" rtlCol="0" anchor="ctr"/>
          <a:lstStyle/>
          <a:p>
            <a:pPr marL="0" indent="0" algn="ctr">
              <a:buNone/>
            </a:pPr>
            <a:endParaRPr lang="en-US" sz="5800" dirty="0"/>
          </a:p>
        </p:txBody>
      </p:sp>
      <p:sp>
        <p:nvSpPr>
          <p:cNvPr id="10" name="Text 11">
            <a:extLst>
              <a:ext uri="{FF2B5EF4-FFF2-40B4-BE49-F238E27FC236}">
                <a16:creationId xmlns:a16="http://schemas.microsoft.com/office/drawing/2014/main" id="{B8F8A275-FDE1-B6D6-1E32-A355F74CE1B3}"/>
              </a:ext>
            </a:extLst>
          </p:cNvPr>
          <p:cNvSpPr/>
          <p:nvPr/>
        </p:nvSpPr>
        <p:spPr>
          <a:xfrm>
            <a:off x="7195312" y="4328160"/>
            <a:ext cx="1735328" cy="450780"/>
          </a:xfrm>
          <a:prstGeom prst="rect">
            <a:avLst/>
          </a:prstGeom>
          <a:noFill/>
          <a:ln/>
        </p:spPr>
        <p:txBody>
          <a:bodyPr wrap="square" lIns="0" tIns="0" rIns="0" bIns="0" rtlCol="0" anchor="t"/>
          <a:lstStyle/>
          <a:p>
            <a:pPr marL="0" indent="0" algn="ctr">
              <a:buNone/>
            </a:pPr>
            <a:endParaRPr lang="en-US" sz="1600" dirty="0"/>
          </a:p>
        </p:txBody>
      </p:sp>
      <p:graphicFrame>
        <p:nvGraphicFramePr>
          <p:cNvPr id="5" name="Table 4">
            <a:extLst>
              <a:ext uri="{FF2B5EF4-FFF2-40B4-BE49-F238E27FC236}">
                <a16:creationId xmlns:a16="http://schemas.microsoft.com/office/drawing/2014/main" id="{8D9DE7CC-B5EA-23C3-3DB4-F840B3A847B7}"/>
              </a:ext>
            </a:extLst>
          </p:cNvPr>
          <p:cNvGraphicFramePr>
            <a:graphicFrameLocks noGrp="1"/>
          </p:cNvGraphicFramePr>
          <p:nvPr>
            <p:extLst>
              <p:ext uri="{D42A27DB-BD31-4B8C-83A1-F6EECF244321}">
                <p14:modId xmlns:p14="http://schemas.microsoft.com/office/powerpoint/2010/main" val="328953758"/>
              </p:ext>
            </p:extLst>
          </p:nvPr>
        </p:nvGraphicFramePr>
        <p:xfrm>
          <a:off x="1329397" y="537645"/>
          <a:ext cx="6442071" cy="4241294"/>
        </p:xfrm>
        <a:graphic>
          <a:graphicData uri="http://schemas.openxmlformats.org/drawingml/2006/table">
            <a:tbl>
              <a:tblPr>
                <a:tableStyleId>{9DCAF9ED-07DC-4A11-8D7F-57B35C25682E}</a:tableStyleId>
              </a:tblPr>
              <a:tblGrid>
                <a:gridCol w="1319382">
                  <a:extLst>
                    <a:ext uri="{9D8B030D-6E8A-4147-A177-3AD203B41FA5}">
                      <a16:colId xmlns:a16="http://schemas.microsoft.com/office/drawing/2014/main" val="1707941359"/>
                    </a:ext>
                  </a:extLst>
                </a:gridCol>
                <a:gridCol w="1707563">
                  <a:extLst>
                    <a:ext uri="{9D8B030D-6E8A-4147-A177-3AD203B41FA5}">
                      <a16:colId xmlns:a16="http://schemas.microsoft.com/office/drawing/2014/main" val="534499526"/>
                    </a:ext>
                  </a:extLst>
                </a:gridCol>
                <a:gridCol w="1707563">
                  <a:extLst>
                    <a:ext uri="{9D8B030D-6E8A-4147-A177-3AD203B41FA5}">
                      <a16:colId xmlns:a16="http://schemas.microsoft.com/office/drawing/2014/main" val="1507524507"/>
                    </a:ext>
                  </a:extLst>
                </a:gridCol>
                <a:gridCol w="1707563">
                  <a:extLst>
                    <a:ext uri="{9D8B030D-6E8A-4147-A177-3AD203B41FA5}">
                      <a16:colId xmlns:a16="http://schemas.microsoft.com/office/drawing/2014/main" val="1315411546"/>
                    </a:ext>
                  </a:extLst>
                </a:gridCol>
              </a:tblGrid>
              <a:tr h="210074">
                <a:tc>
                  <a:txBody>
                    <a:bodyPr/>
                    <a:lstStyle/>
                    <a:p>
                      <a:pPr>
                        <a:buNone/>
                      </a:pPr>
                      <a:r>
                        <a:rPr lang="en-IN" sz="900" b="1"/>
                        <a:t>Component</a:t>
                      </a:r>
                    </a:p>
                  </a:txBody>
                  <a:tcPr marL="47013" marR="47013" marT="23507" marB="23507" anchor="ctr"/>
                </a:tc>
                <a:tc>
                  <a:txBody>
                    <a:bodyPr/>
                    <a:lstStyle/>
                    <a:p>
                      <a:pPr>
                        <a:buNone/>
                      </a:pPr>
                      <a:r>
                        <a:rPr lang="en-IN" sz="900" b="1"/>
                        <a:t>Method Used</a:t>
                      </a:r>
                    </a:p>
                  </a:txBody>
                  <a:tcPr marL="47013" marR="47013" marT="23507" marB="23507" anchor="ctr"/>
                </a:tc>
                <a:tc>
                  <a:txBody>
                    <a:bodyPr/>
                    <a:lstStyle/>
                    <a:p>
                      <a:pPr>
                        <a:buNone/>
                      </a:pPr>
                      <a:r>
                        <a:rPr lang="en-IN" sz="900" b="1"/>
                        <a:t>Result</a:t>
                      </a:r>
                    </a:p>
                  </a:txBody>
                  <a:tcPr marL="47013" marR="47013" marT="23507" marB="23507" anchor="ctr"/>
                </a:tc>
                <a:tc>
                  <a:txBody>
                    <a:bodyPr/>
                    <a:lstStyle/>
                    <a:p>
                      <a:pPr>
                        <a:buNone/>
                      </a:pPr>
                      <a:r>
                        <a:rPr lang="en-IN" sz="900" b="1"/>
                        <a:t>Interpretation</a:t>
                      </a:r>
                    </a:p>
                  </a:txBody>
                  <a:tcPr marL="47013" marR="47013" marT="23507" marB="23507" anchor="ctr"/>
                </a:tc>
                <a:extLst>
                  <a:ext uri="{0D108BD9-81ED-4DB2-BD59-A6C34878D82A}">
                    <a16:rowId xmlns:a16="http://schemas.microsoft.com/office/drawing/2014/main" val="415408435"/>
                  </a:ext>
                </a:extLst>
              </a:tr>
              <a:tr h="428997">
                <a:tc>
                  <a:txBody>
                    <a:bodyPr/>
                    <a:lstStyle/>
                    <a:p>
                      <a:pPr>
                        <a:buNone/>
                      </a:pPr>
                      <a:r>
                        <a:rPr lang="en-IN" sz="900" b="1"/>
                        <a:t>Model</a:t>
                      </a:r>
                    </a:p>
                  </a:txBody>
                  <a:tcPr marL="47013" marR="47013" marT="23507" marB="23507" anchor="ctr"/>
                </a:tc>
                <a:tc>
                  <a:txBody>
                    <a:bodyPr/>
                    <a:lstStyle/>
                    <a:p>
                      <a:pPr>
                        <a:buNone/>
                      </a:pPr>
                      <a:r>
                        <a:rPr lang="en-IN" sz="900" b="1"/>
                        <a:t>DESeq2</a:t>
                      </a:r>
                    </a:p>
                  </a:txBody>
                  <a:tcPr marL="47013" marR="47013" marT="23507" marB="23507" anchor="ctr"/>
                </a:tc>
                <a:tc>
                  <a:txBody>
                    <a:bodyPr/>
                    <a:lstStyle/>
                    <a:p>
                      <a:pPr>
                        <a:buNone/>
                      </a:pPr>
                      <a:r>
                        <a:rPr lang="en-US" sz="900" b="1"/>
                        <a:t>Negative binomial GLM applied per cell type</a:t>
                      </a:r>
                    </a:p>
                  </a:txBody>
                  <a:tcPr marL="47013" marR="47013" marT="23507" marB="23507" anchor="ctr"/>
                </a:tc>
                <a:tc>
                  <a:txBody>
                    <a:bodyPr/>
                    <a:lstStyle/>
                    <a:p>
                      <a:pPr>
                        <a:buNone/>
                      </a:pPr>
                      <a:r>
                        <a:rPr lang="en-US" sz="900" b="1"/>
                        <a:t>Suitable for count data with overdispersion</a:t>
                      </a:r>
                    </a:p>
                  </a:txBody>
                  <a:tcPr marL="47013" marR="47013" marT="23507" marB="23507" anchor="ctr"/>
                </a:tc>
                <a:extLst>
                  <a:ext uri="{0D108BD9-81ED-4DB2-BD59-A6C34878D82A}">
                    <a16:rowId xmlns:a16="http://schemas.microsoft.com/office/drawing/2014/main" val="1548150308"/>
                  </a:ext>
                </a:extLst>
              </a:tr>
              <a:tr h="428997">
                <a:tc>
                  <a:txBody>
                    <a:bodyPr/>
                    <a:lstStyle/>
                    <a:p>
                      <a:pPr>
                        <a:buNone/>
                      </a:pPr>
                      <a:r>
                        <a:rPr lang="en-IN" sz="900" b="1"/>
                        <a:t>Design</a:t>
                      </a:r>
                    </a:p>
                  </a:txBody>
                  <a:tcPr marL="47013" marR="47013" marT="23507" marB="23507" anchor="ctr"/>
                </a:tc>
                <a:tc>
                  <a:txBody>
                    <a:bodyPr/>
                    <a:lstStyle/>
                    <a:p>
                      <a:pPr>
                        <a:buNone/>
                      </a:pPr>
                      <a:r>
                        <a:rPr lang="en-IN" sz="900" b="1"/>
                        <a:t>GLM (~ disease)</a:t>
                      </a:r>
                    </a:p>
                  </a:txBody>
                  <a:tcPr marL="47013" marR="47013" marT="23507" marB="23507" anchor="ctr"/>
                </a:tc>
                <a:tc>
                  <a:txBody>
                    <a:bodyPr/>
                    <a:lstStyle/>
                    <a:p>
                      <a:pPr>
                        <a:buNone/>
                      </a:pPr>
                      <a:r>
                        <a:rPr lang="en-IN" sz="900" b="1"/>
                        <a:t>ALS vs Healthy comparison</a:t>
                      </a:r>
                    </a:p>
                  </a:txBody>
                  <a:tcPr marL="47013" marR="47013" marT="23507" marB="23507" anchor="ctr"/>
                </a:tc>
                <a:tc>
                  <a:txBody>
                    <a:bodyPr/>
                    <a:lstStyle/>
                    <a:p>
                      <a:pPr>
                        <a:buNone/>
                      </a:pPr>
                      <a:r>
                        <a:rPr lang="en-IN" sz="900" b="1"/>
                        <a:t>Isolates disease effect on gene expression</a:t>
                      </a:r>
                    </a:p>
                  </a:txBody>
                  <a:tcPr marL="47013" marR="47013" marT="23507" marB="23507" anchor="ctr"/>
                </a:tc>
                <a:extLst>
                  <a:ext uri="{0D108BD9-81ED-4DB2-BD59-A6C34878D82A}">
                    <a16:rowId xmlns:a16="http://schemas.microsoft.com/office/drawing/2014/main" val="3608119241"/>
                  </a:ext>
                </a:extLst>
              </a:tr>
              <a:tr h="366522">
                <a:tc>
                  <a:txBody>
                    <a:bodyPr/>
                    <a:lstStyle/>
                    <a:p>
                      <a:pPr>
                        <a:buNone/>
                      </a:pPr>
                      <a:r>
                        <a:rPr lang="en-IN" sz="900" b="1"/>
                        <a:t>Statistical Test</a:t>
                      </a:r>
                    </a:p>
                  </a:txBody>
                  <a:tcPr marL="47013" marR="47013" marT="23507" marB="23507" anchor="ctr"/>
                </a:tc>
                <a:tc>
                  <a:txBody>
                    <a:bodyPr/>
                    <a:lstStyle/>
                    <a:p>
                      <a:pPr>
                        <a:buNone/>
                      </a:pPr>
                      <a:r>
                        <a:rPr lang="en-IN" sz="900" b="1"/>
                        <a:t>Wald test</a:t>
                      </a:r>
                    </a:p>
                  </a:txBody>
                  <a:tcPr marL="47013" marR="47013" marT="23507" marB="23507" anchor="ctr"/>
                </a:tc>
                <a:tc>
                  <a:txBody>
                    <a:bodyPr/>
                    <a:lstStyle/>
                    <a:p>
                      <a:pPr>
                        <a:buNone/>
                      </a:pPr>
                      <a:r>
                        <a:rPr lang="en-IN" sz="900" b="1"/>
                        <a:t>p-values computed per gene</a:t>
                      </a:r>
                    </a:p>
                  </a:txBody>
                  <a:tcPr marL="47013" marR="47013" marT="23507" marB="23507" anchor="ctr"/>
                </a:tc>
                <a:tc>
                  <a:txBody>
                    <a:bodyPr/>
                    <a:lstStyle/>
                    <a:p>
                      <a:pPr>
                        <a:buNone/>
                      </a:pPr>
                      <a:r>
                        <a:rPr lang="en-US" sz="900" b="1"/>
                        <a:t>Tests if expression difference ≠ 0</a:t>
                      </a:r>
                    </a:p>
                  </a:txBody>
                  <a:tcPr marL="47013" marR="47013" marT="23507" marB="23507" anchor="ctr"/>
                </a:tc>
                <a:extLst>
                  <a:ext uri="{0D108BD9-81ED-4DB2-BD59-A6C34878D82A}">
                    <a16:rowId xmlns:a16="http://schemas.microsoft.com/office/drawing/2014/main" val="3773319654"/>
                  </a:ext>
                </a:extLst>
              </a:tr>
              <a:tr h="428997">
                <a:tc>
                  <a:txBody>
                    <a:bodyPr/>
                    <a:lstStyle/>
                    <a:p>
                      <a:pPr>
                        <a:buNone/>
                      </a:pPr>
                      <a:r>
                        <a:rPr lang="en-IN" sz="900" b="1"/>
                        <a:t>Multiple Testing</a:t>
                      </a:r>
                    </a:p>
                  </a:txBody>
                  <a:tcPr marL="47013" marR="47013" marT="23507" marB="23507" anchor="ctr"/>
                </a:tc>
                <a:tc>
                  <a:txBody>
                    <a:bodyPr/>
                    <a:lstStyle/>
                    <a:p>
                      <a:pPr>
                        <a:buNone/>
                      </a:pPr>
                      <a:r>
                        <a:rPr lang="en-IN" sz="900" b="1" dirty="0"/>
                        <a:t>Benjamini–Hochberg FDR</a:t>
                      </a:r>
                    </a:p>
                  </a:txBody>
                  <a:tcPr marL="47013" marR="47013" marT="23507" marB="23507" anchor="ctr"/>
                </a:tc>
                <a:tc>
                  <a:txBody>
                    <a:bodyPr/>
                    <a:lstStyle/>
                    <a:p>
                      <a:pPr>
                        <a:buNone/>
                      </a:pPr>
                      <a:r>
                        <a:rPr lang="en-IN" sz="900" b="1"/>
                        <a:t>padj values obtained</a:t>
                      </a:r>
                    </a:p>
                  </a:txBody>
                  <a:tcPr marL="47013" marR="47013" marT="23507" marB="23507" anchor="ctr"/>
                </a:tc>
                <a:tc>
                  <a:txBody>
                    <a:bodyPr/>
                    <a:lstStyle/>
                    <a:p>
                      <a:pPr>
                        <a:buNone/>
                      </a:pPr>
                      <a:r>
                        <a:rPr lang="en-IN" sz="900" b="1"/>
                        <a:t>Controls false positives across ~8,000 genes</a:t>
                      </a:r>
                    </a:p>
                  </a:txBody>
                  <a:tcPr marL="47013" marR="47013" marT="23507" marB="23507" anchor="ctr"/>
                </a:tc>
                <a:extLst>
                  <a:ext uri="{0D108BD9-81ED-4DB2-BD59-A6C34878D82A}">
                    <a16:rowId xmlns:a16="http://schemas.microsoft.com/office/drawing/2014/main" val="257385562"/>
                  </a:ext>
                </a:extLst>
              </a:tr>
              <a:tr h="366522">
                <a:tc>
                  <a:txBody>
                    <a:bodyPr/>
                    <a:lstStyle/>
                    <a:p>
                      <a:pPr>
                        <a:buNone/>
                      </a:pPr>
                      <a:r>
                        <a:rPr lang="en-IN" sz="900" b="1"/>
                        <a:t>Significance Threshold</a:t>
                      </a:r>
                    </a:p>
                  </a:txBody>
                  <a:tcPr marL="47013" marR="47013" marT="23507" marB="23507" anchor="ctr"/>
                </a:tc>
                <a:tc>
                  <a:txBody>
                    <a:bodyPr/>
                    <a:lstStyle/>
                    <a:p>
                      <a:pPr>
                        <a:buNone/>
                      </a:pPr>
                      <a:r>
                        <a:rPr lang="en-IN" sz="900" b="1"/>
                        <a:t>padj &lt; 0.05, |log2FC| &gt; 1</a:t>
                      </a:r>
                    </a:p>
                  </a:txBody>
                  <a:tcPr marL="47013" marR="47013" marT="23507" marB="23507" anchor="ctr"/>
                </a:tc>
                <a:tc>
                  <a:txBody>
                    <a:bodyPr/>
                    <a:lstStyle/>
                    <a:p>
                      <a:pPr>
                        <a:buNone/>
                      </a:pPr>
                      <a:r>
                        <a:rPr lang="en-IN" sz="900" b="1"/>
                        <a:t>Genes classified as DEGs</a:t>
                      </a:r>
                    </a:p>
                  </a:txBody>
                  <a:tcPr marL="47013" marR="47013" marT="23507" marB="23507" anchor="ctr"/>
                </a:tc>
                <a:tc>
                  <a:txBody>
                    <a:bodyPr/>
                    <a:lstStyle/>
                    <a:p>
                      <a:pPr>
                        <a:buNone/>
                      </a:pPr>
                      <a:r>
                        <a:rPr lang="en-IN" sz="900" b="1"/>
                        <a:t>Ensures statistical + biological relevance</a:t>
                      </a:r>
                    </a:p>
                  </a:txBody>
                  <a:tcPr marL="47013" marR="47013" marT="23507" marB="23507" anchor="ctr"/>
                </a:tc>
                <a:extLst>
                  <a:ext uri="{0D108BD9-81ED-4DB2-BD59-A6C34878D82A}">
                    <a16:rowId xmlns:a16="http://schemas.microsoft.com/office/drawing/2014/main" val="3925438791"/>
                  </a:ext>
                </a:extLst>
              </a:tr>
              <a:tr h="303873">
                <a:tc>
                  <a:txBody>
                    <a:bodyPr/>
                    <a:lstStyle/>
                    <a:p>
                      <a:pPr>
                        <a:buNone/>
                      </a:pPr>
                      <a:r>
                        <a:rPr lang="en-IN" sz="900" b="1"/>
                        <a:t>Neutrophils Results</a:t>
                      </a:r>
                    </a:p>
                  </a:txBody>
                  <a:tcPr marL="47013" marR="47013" marT="23507" marB="23507" anchor="ctr"/>
                </a:tc>
                <a:tc>
                  <a:txBody>
                    <a:bodyPr/>
                    <a:lstStyle/>
                    <a:p>
                      <a:pPr>
                        <a:buNone/>
                      </a:pPr>
                      <a:r>
                        <a:rPr lang="en-IN" sz="900" b="1"/>
                        <a:t>DEGs identified</a:t>
                      </a:r>
                    </a:p>
                  </a:txBody>
                  <a:tcPr marL="47013" marR="47013" marT="23507" marB="23507" anchor="ctr"/>
                </a:tc>
                <a:tc>
                  <a:txBody>
                    <a:bodyPr/>
                    <a:lstStyle/>
                    <a:p>
                      <a:pPr>
                        <a:buNone/>
                      </a:pPr>
                      <a:r>
                        <a:rPr lang="en-US" sz="900" b="1"/>
                        <a:t>38 total (10 up, 28 down)</a:t>
                      </a:r>
                    </a:p>
                  </a:txBody>
                  <a:tcPr marL="47013" marR="47013" marT="23507" marB="23507" anchor="ctr"/>
                </a:tc>
                <a:tc>
                  <a:txBody>
                    <a:bodyPr/>
                    <a:lstStyle/>
                    <a:p>
                      <a:pPr>
                        <a:buNone/>
                      </a:pPr>
                      <a:r>
                        <a:rPr lang="en-IN" sz="900" b="1"/>
                        <a:t>Strongest ALS signal</a:t>
                      </a:r>
                    </a:p>
                  </a:txBody>
                  <a:tcPr marL="47013" marR="47013" marT="23507" marB="23507" anchor="ctr"/>
                </a:tc>
                <a:extLst>
                  <a:ext uri="{0D108BD9-81ED-4DB2-BD59-A6C34878D82A}">
                    <a16:rowId xmlns:a16="http://schemas.microsoft.com/office/drawing/2014/main" val="2629702281"/>
                  </a:ext>
                </a:extLst>
              </a:tr>
              <a:tr h="303873">
                <a:tc>
                  <a:txBody>
                    <a:bodyPr/>
                    <a:lstStyle/>
                    <a:p>
                      <a:pPr>
                        <a:buNone/>
                      </a:pPr>
                      <a:r>
                        <a:rPr lang="en-IN" sz="900" b="1"/>
                        <a:t>Monocytes Results</a:t>
                      </a:r>
                    </a:p>
                  </a:txBody>
                  <a:tcPr marL="47013" marR="47013" marT="23507" marB="23507" anchor="ctr"/>
                </a:tc>
                <a:tc>
                  <a:txBody>
                    <a:bodyPr/>
                    <a:lstStyle/>
                    <a:p>
                      <a:pPr>
                        <a:buNone/>
                      </a:pPr>
                      <a:r>
                        <a:rPr lang="en-IN" sz="900" b="1"/>
                        <a:t>DEGs identified</a:t>
                      </a:r>
                    </a:p>
                  </a:txBody>
                  <a:tcPr marL="47013" marR="47013" marT="23507" marB="23507" anchor="ctr"/>
                </a:tc>
                <a:tc>
                  <a:txBody>
                    <a:bodyPr/>
                    <a:lstStyle/>
                    <a:p>
                      <a:pPr>
                        <a:buNone/>
                      </a:pPr>
                      <a:r>
                        <a:rPr lang="en-US" sz="900" b="1"/>
                        <a:t>34 total (18 up, 16 down)</a:t>
                      </a:r>
                    </a:p>
                  </a:txBody>
                  <a:tcPr marL="47013" marR="47013" marT="23507" marB="23507" anchor="ctr"/>
                </a:tc>
                <a:tc>
                  <a:txBody>
                    <a:bodyPr/>
                    <a:lstStyle/>
                    <a:p>
                      <a:pPr>
                        <a:buNone/>
                      </a:pPr>
                      <a:r>
                        <a:rPr lang="en-IN" sz="900" b="1"/>
                        <a:t>Second strongest signal</a:t>
                      </a:r>
                    </a:p>
                  </a:txBody>
                  <a:tcPr marL="47013" marR="47013" marT="23507" marB="23507" anchor="ctr"/>
                </a:tc>
                <a:extLst>
                  <a:ext uri="{0D108BD9-81ED-4DB2-BD59-A6C34878D82A}">
                    <a16:rowId xmlns:a16="http://schemas.microsoft.com/office/drawing/2014/main" val="471411359"/>
                  </a:ext>
                </a:extLst>
              </a:tr>
              <a:tr h="303873">
                <a:tc>
                  <a:txBody>
                    <a:bodyPr/>
                    <a:lstStyle/>
                    <a:p>
                      <a:pPr>
                        <a:buNone/>
                      </a:pPr>
                      <a:r>
                        <a:rPr lang="en-IN" sz="900" b="1"/>
                        <a:t>Other Cell Types</a:t>
                      </a:r>
                    </a:p>
                  </a:txBody>
                  <a:tcPr marL="47013" marR="47013" marT="23507" marB="23507" anchor="ctr"/>
                </a:tc>
                <a:tc>
                  <a:txBody>
                    <a:bodyPr/>
                    <a:lstStyle/>
                    <a:p>
                      <a:pPr>
                        <a:buNone/>
                      </a:pPr>
                      <a:r>
                        <a:rPr lang="en-IN" sz="900" b="1"/>
                        <a:t>DEGs identified</a:t>
                      </a:r>
                    </a:p>
                  </a:txBody>
                  <a:tcPr marL="47013" marR="47013" marT="23507" marB="23507" anchor="ctr"/>
                </a:tc>
                <a:tc>
                  <a:txBody>
                    <a:bodyPr/>
                    <a:lstStyle/>
                    <a:p>
                      <a:pPr>
                        <a:buNone/>
                      </a:pPr>
                      <a:r>
                        <a:rPr lang="en-IN" sz="900" b="1"/>
                        <a:t>13–28 DEGs</a:t>
                      </a:r>
                    </a:p>
                  </a:txBody>
                  <a:tcPr marL="47013" marR="47013" marT="23507" marB="23507" anchor="ctr"/>
                </a:tc>
                <a:tc>
                  <a:txBody>
                    <a:bodyPr/>
                    <a:lstStyle/>
                    <a:p>
                      <a:pPr>
                        <a:buNone/>
                      </a:pPr>
                      <a:r>
                        <a:rPr lang="en-IN" sz="900" b="1"/>
                        <a:t>Weaker disease signal</a:t>
                      </a:r>
                    </a:p>
                  </a:txBody>
                  <a:tcPr marL="47013" marR="47013" marT="23507" marB="23507" anchor="ctr"/>
                </a:tc>
                <a:extLst>
                  <a:ext uri="{0D108BD9-81ED-4DB2-BD59-A6C34878D82A}">
                    <a16:rowId xmlns:a16="http://schemas.microsoft.com/office/drawing/2014/main" val="2088990469"/>
                  </a:ext>
                </a:extLst>
              </a:tr>
              <a:tr h="366522">
                <a:tc>
                  <a:txBody>
                    <a:bodyPr/>
                    <a:lstStyle/>
                    <a:p>
                      <a:pPr>
                        <a:buNone/>
                      </a:pPr>
                      <a:r>
                        <a:rPr lang="en-IN" sz="900" b="1"/>
                        <a:t>Direction of Change</a:t>
                      </a:r>
                    </a:p>
                  </a:txBody>
                  <a:tcPr marL="47013" marR="47013" marT="23507" marB="23507" anchor="ctr"/>
                </a:tc>
                <a:tc>
                  <a:txBody>
                    <a:bodyPr/>
                    <a:lstStyle/>
                    <a:p>
                      <a:pPr>
                        <a:buNone/>
                      </a:pPr>
                      <a:r>
                        <a:rPr lang="en-IN" sz="900" b="1"/>
                        <a:t>Up vs Down regulation</a:t>
                      </a:r>
                    </a:p>
                  </a:txBody>
                  <a:tcPr marL="47013" marR="47013" marT="23507" marB="23507" anchor="ctr"/>
                </a:tc>
                <a:tc>
                  <a:txBody>
                    <a:bodyPr/>
                    <a:lstStyle/>
                    <a:p>
                      <a:pPr>
                        <a:buNone/>
                      </a:pPr>
                      <a:r>
                        <a:rPr lang="en-IN" sz="900" b="1"/>
                        <a:t>More genes downregulated</a:t>
                      </a:r>
                    </a:p>
                  </a:txBody>
                  <a:tcPr marL="47013" marR="47013" marT="23507" marB="23507" anchor="ctr"/>
                </a:tc>
                <a:tc>
                  <a:txBody>
                    <a:bodyPr/>
                    <a:lstStyle/>
                    <a:p>
                      <a:pPr>
                        <a:buNone/>
                      </a:pPr>
                      <a:r>
                        <a:rPr lang="en-US" sz="900" b="1"/>
                        <a:t>Suggests suppression of immune pathways</a:t>
                      </a:r>
                    </a:p>
                  </a:txBody>
                  <a:tcPr marL="47013" marR="47013" marT="23507" marB="23507" anchor="ctr"/>
                </a:tc>
                <a:extLst>
                  <a:ext uri="{0D108BD9-81ED-4DB2-BD59-A6C34878D82A}">
                    <a16:rowId xmlns:a16="http://schemas.microsoft.com/office/drawing/2014/main" val="400996769"/>
                  </a:ext>
                </a:extLst>
              </a:tr>
              <a:tr h="366522">
                <a:tc>
                  <a:txBody>
                    <a:bodyPr/>
                    <a:lstStyle/>
                    <a:p>
                      <a:pPr>
                        <a:buNone/>
                      </a:pPr>
                      <a:r>
                        <a:rPr lang="en-IN" sz="900" b="1"/>
                        <a:t>Consensus Genes</a:t>
                      </a:r>
                    </a:p>
                  </a:txBody>
                  <a:tcPr marL="47013" marR="47013" marT="23507" marB="23507" anchor="ctr"/>
                </a:tc>
                <a:tc>
                  <a:txBody>
                    <a:bodyPr/>
                    <a:lstStyle/>
                    <a:p>
                      <a:pPr>
                        <a:buNone/>
                      </a:pPr>
                      <a:r>
                        <a:rPr lang="en-IN" sz="900" b="1"/>
                        <a:t>Intersection analysis</a:t>
                      </a:r>
                    </a:p>
                  </a:txBody>
                  <a:tcPr marL="47013" marR="47013" marT="23507" marB="23507" anchor="ctr"/>
                </a:tc>
                <a:tc>
                  <a:txBody>
                    <a:bodyPr/>
                    <a:lstStyle/>
                    <a:p>
                      <a:pPr>
                        <a:buNone/>
                      </a:pPr>
                      <a:r>
                        <a:rPr lang="en-IN" sz="900" b="1"/>
                        <a:t>17 shared DEGs</a:t>
                      </a:r>
                    </a:p>
                  </a:txBody>
                  <a:tcPr marL="47013" marR="47013" marT="23507" marB="23507" anchor="ctr"/>
                </a:tc>
                <a:tc>
                  <a:txBody>
                    <a:bodyPr/>
                    <a:lstStyle/>
                    <a:p>
                      <a:pPr>
                        <a:buNone/>
                      </a:pPr>
                      <a:r>
                        <a:rPr lang="en-IN" sz="900" b="1"/>
                        <a:t>High-confidence ALS-associated genes</a:t>
                      </a:r>
                    </a:p>
                  </a:txBody>
                  <a:tcPr marL="47013" marR="47013" marT="23507" marB="23507" anchor="ctr"/>
                </a:tc>
                <a:extLst>
                  <a:ext uri="{0D108BD9-81ED-4DB2-BD59-A6C34878D82A}">
                    <a16:rowId xmlns:a16="http://schemas.microsoft.com/office/drawing/2014/main" val="353913627"/>
                  </a:ext>
                </a:extLst>
              </a:tr>
              <a:tr h="366522">
                <a:tc>
                  <a:txBody>
                    <a:bodyPr/>
                    <a:lstStyle/>
                    <a:p>
                      <a:pPr>
                        <a:buNone/>
                      </a:pPr>
                      <a:r>
                        <a:rPr lang="en-IN" sz="900" b="1"/>
                        <a:t>Model Validation</a:t>
                      </a:r>
                    </a:p>
                  </a:txBody>
                  <a:tcPr marL="47013" marR="47013" marT="23507" marB="23507" anchor="ctr"/>
                </a:tc>
                <a:tc>
                  <a:txBody>
                    <a:bodyPr/>
                    <a:lstStyle/>
                    <a:p>
                      <a:pPr>
                        <a:buNone/>
                      </a:pPr>
                      <a:r>
                        <a:rPr lang="en-IN" sz="900" b="1"/>
                        <a:t>Dispersion analysis</a:t>
                      </a:r>
                    </a:p>
                  </a:txBody>
                  <a:tcPr marL="47013" marR="47013" marT="23507" marB="23507" anchor="ctr"/>
                </a:tc>
                <a:tc>
                  <a:txBody>
                    <a:bodyPr/>
                    <a:lstStyle/>
                    <a:p>
                      <a:pPr>
                        <a:buNone/>
                      </a:pPr>
                      <a:r>
                        <a:rPr lang="en-IN" sz="900" b="1"/>
                        <a:t>Mean-dependent variance observed</a:t>
                      </a:r>
                    </a:p>
                  </a:txBody>
                  <a:tcPr marL="47013" marR="47013" marT="23507" marB="23507" anchor="ctr"/>
                </a:tc>
                <a:tc>
                  <a:txBody>
                    <a:bodyPr/>
                    <a:lstStyle/>
                    <a:p>
                      <a:pPr>
                        <a:buNone/>
                      </a:pPr>
                      <a:r>
                        <a:rPr lang="en-IN" sz="900" b="1" dirty="0"/>
                        <a:t>Justifies negative binomial model</a:t>
                      </a:r>
                    </a:p>
                  </a:txBody>
                  <a:tcPr marL="47013" marR="47013" marT="23507" marB="23507" anchor="ctr"/>
                </a:tc>
                <a:extLst>
                  <a:ext uri="{0D108BD9-81ED-4DB2-BD59-A6C34878D82A}">
                    <a16:rowId xmlns:a16="http://schemas.microsoft.com/office/drawing/2014/main" val="96301271"/>
                  </a:ext>
                </a:extLst>
              </a:tr>
            </a:tbl>
          </a:graphicData>
        </a:graphic>
      </p:graphicFrame>
    </p:spTree>
    <p:extLst>
      <p:ext uri="{BB962C8B-B14F-4D97-AF65-F5344CB8AC3E}">
        <p14:creationId xmlns:p14="http://schemas.microsoft.com/office/powerpoint/2010/main" val="1507409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F518FC-A5D6-3F08-8EB4-0D226813F38F}"/>
              </a:ext>
            </a:extLst>
          </p:cNvPr>
          <p:cNvPicPr>
            <a:picLocks noChangeAspect="1"/>
          </p:cNvPicPr>
          <p:nvPr/>
        </p:nvPicPr>
        <p:blipFill>
          <a:blip r:embed="rId3"/>
          <a:stretch>
            <a:fillRect/>
          </a:stretch>
        </p:blipFill>
        <p:spPr>
          <a:xfrm>
            <a:off x="609983" y="208471"/>
            <a:ext cx="5706411" cy="4302765"/>
          </a:xfrm>
          <a:prstGeom prst="rect">
            <a:avLst/>
          </a:prstGeom>
        </p:spPr>
      </p:pic>
      <p:sp>
        <p:nvSpPr>
          <p:cNvPr id="2" name="Rectangle: Rounded Corners 1">
            <a:extLst>
              <a:ext uri="{FF2B5EF4-FFF2-40B4-BE49-F238E27FC236}">
                <a16:creationId xmlns:a16="http://schemas.microsoft.com/office/drawing/2014/main" id="{5623D85F-522F-FF76-1348-81CAE2A1DF7C}"/>
              </a:ext>
            </a:extLst>
          </p:cNvPr>
          <p:cNvSpPr/>
          <p:nvPr/>
        </p:nvSpPr>
        <p:spPr>
          <a:xfrm>
            <a:off x="6534443" y="1146516"/>
            <a:ext cx="2405575" cy="348175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lvl="0" eaLnBrk="0" fontAlgn="base" hangingPunct="0">
              <a:spcBef>
                <a:spcPct val="0"/>
              </a:spcBef>
              <a:spcAft>
                <a:spcPct val="0"/>
              </a:spcAft>
              <a:buClrTx/>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dirty="0">
                <a:solidFill>
                  <a:schemeClr val="tx1"/>
                </a:solidFill>
                <a:latin typeface="Arial" panose="020B0604020202020204" pitchFamily="34" charset="0"/>
              </a:rPr>
              <a:t>Neutrophils: </a:t>
            </a:r>
            <a:r>
              <a:rPr lang="en-US" altLang="en-US" b="1" dirty="0">
                <a:solidFill>
                  <a:schemeClr val="tx1"/>
                </a:solidFill>
                <a:latin typeface="Arial" panose="020B0604020202020204" pitchFamily="34" charset="0"/>
              </a:rPr>
              <a:t>38 significant genes</a:t>
            </a:r>
            <a:r>
              <a:rPr lang="en-US" altLang="en-US" dirty="0">
                <a:solidFill>
                  <a:schemeClr val="tx1"/>
                </a:solidFill>
                <a:latin typeface="Arial" panose="020B0604020202020204" pitchFamily="34" charset="0"/>
              </a:rPr>
              <a:t> </a:t>
            </a:r>
          </a:p>
          <a:p>
            <a:pPr lvl="0" eaLnBrk="0" fontAlgn="base" hangingPunct="0">
              <a:spcBef>
                <a:spcPct val="0"/>
              </a:spcBef>
              <a:spcAft>
                <a:spcPct val="0"/>
              </a:spcAft>
              <a:buClrTx/>
              <a:buFontTx/>
              <a:buChar char="•"/>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dirty="0">
                <a:solidFill>
                  <a:schemeClr val="tx1"/>
                </a:solidFill>
                <a:latin typeface="Arial" panose="020B0604020202020204" pitchFamily="34" charset="0"/>
              </a:rPr>
              <a:t>Monocytes: </a:t>
            </a:r>
            <a:r>
              <a:rPr lang="en-US" altLang="en-US" b="1" dirty="0">
                <a:solidFill>
                  <a:schemeClr val="tx1"/>
                </a:solidFill>
                <a:latin typeface="Arial" panose="020B0604020202020204" pitchFamily="34" charset="0"/>
              </a:rPr>
              <a:t>34 significant genes</a:t>
            </a:r>
            <a:r>
              <a:rPr lang="en-US" altLang="en-US" dirty="0">
                <a:solidFill>
                  <a:schemeClr val="tx1"/>
                </a:solidFill>
                <a:latin typeface="Arial" panose="020B0604020202020204" pitchFamily="34" charset="0"/>
              </a:rPr>
              <a:t> </a:t>
            </a:r>
          </a:p>
          <a:p>
            <a:pPr lvl="0" eaLnBrk="0" fontAlgn="base" hangingPunct="0">
              <a:spcBef>
                <a:spcPct val="0"/>
              </a:spcBef>
              <a:spcAft>
                <a:spcPct val="0"/>
              </a:spcAft>
              <a:buClrTx/>
              <a:buFontTx/>
              <a:buChar char="•"/>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dirty="0">
                <a:solidFill>
                  <a:schemeClr val="tx1"/>
                </a:solidFill>
                <a:latin typeface="Arial" panose="020B0604020202020204" pitchFamily="34" charset="0"/>
              </a:rPr>
              <a:t>Other cell types: </a:t>
            </a:r>
            <a:r>
              <a:rPr lang="en-US" altLang="en-US" b="1" dirty="0">
                <a:solidFill>
                  <a:schemeClr val="tx1"/>
                </a:solidFill>
                <a:latin typeface="Arial" panose="020B0604020202020204" pitchFamily="34" charset="0"/>
              </a:rPr>
              <a:t>fewer changes (~10–25 genes)</a:t>
            </a:r>
            <a:r>
              <a:rPr lang="en-US" altLang="en-US" dirty="0">
                <a:solidFill>
                  <a:schemeClr val="tx1"/>
                </a:solidFill>
                <a:latin typeface="Arial" panose="020B0604020202020204" pitchFamily="34" charset="0"/>
              </a:rPr>
              <a:t> </a:t>
            </a:r>
          </a:p>
          <a:p>
            <a:pPr lvl="0" eaLnBrk="0" fontAlgn="base" hangingPunct="0">
              <a:spcBef>
                <a:spcPct val="0"/>
              </a:spcBef>
              <a:spcAft>
                <a:spcPct val="0"/>
              </a:spcAft>
              <a:buClrTx/>
              <a:buFontTx/>
              <a:buChar char="•"/>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dirty="0">
                <a:solidFill>
                  <a:schemeClr val="tx1"/>
                </a:solidFill>
                <a:latin typeface="Arial" panose="020B0604020202020204" pitchFamily="34" charset="0"/>
              </a:rPr>
              <a:t>Majority of genes are </a:t>
            </a:r>
            <a:r>
              <a:rPr lang="en-US" altLang="en-US" b="1" dirty="0">
                <a:solidFill>
                  <a:schemeClr val="tx1"/>
                </a:solidFill>
                <a:latin typeface="Arial" panose="020B0604020202020204" pitchFamily="34" charset="0"/>
              </a:rPr>
              <a:t>downregulated in ALS</a:t>
            </a:r>
            <a:r>
              <a:rPr lang="en-US" altLang="en-US" dirty="0">
                <a:solidFill>
                  <a:schemeClr val="tx1"/>
                </a:solidFill>
                <a:latin typeface="Arial" panose="020B0604020202020204" pitchFamily="34" charset="0"/>
              </a:rPr>
              <a:t> </a:t>
            </a:r>
          </a:p>
        </p:txBody>
      </p:sp>
    </p:spTree>
    <p:extLst>
      <p:ext uri="{BB962C8B-B14F-4D97-AF65-F5344CB8AC3E}">
        <p14:creationId xmlns:p14="http://schemas.microsoft.com/office/powerpoint/2010/main" val="1290442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home/claude/extracted_plots/viz_02.png">
            <a:extLst>
              <a:ext uri="{FF2B5EF4-FFF2-40B4-BE49-F238E27FC236}">
                <a16:creationId xmlns:a16="http://schemas.microsoft.com/office/drawing/2014/main" id="{FBDB29C1-27DC-2DBB-D77B-2F77C2101A19}"/>
              </a:ext>
            </a:extLst>
          </p:cNvPr>
          <p:cNvPicPr>
            <a:picLocks noChangeAspect="1"/>
          </p:cNvPicPr>
          <p:nvPr/>
        </p:nvPicPr>
        <p:blipFill>
          <a:blip r:embed="rId3"/>
          <a:stretch>
            <a:fillRect/>
          </a:stretch>
        </p:blipFill>
        <p:spPr>
          <a:xfrm>
            <a:off x="627380" y="614289"/>
            <a:ext cx="5388275" cy="3423139"/>
          </a:xfrm>
          <a:prstGeom prst="rect">
            <a:avLst/>
          </a:prstGeom>
        </p:spPr>
      </p:pic>
      <p:sp>
        <p:nvSpPr>
          <p:cNvPr id="2" name="Rectangle: Rounded Corners 1">
            <a:extLst>
              <a:ext uri="{FF2B5EF4-FFF2-40B4-BE49-F238E27FC236}">
                <a16:creationId xmlns:a16="http://schemas.microsoft.com/office/drawing/2014/main" id="{6649440B-00E7-B661-1657-346C5EFEC693}"/>
              </a:ext>
            </a:extLst>
          </p:cNvPr>
          <p:cNvSpPr/>
          <p:nvPr/>
        </p:nvSpPr>
        <p:spPr>
          <a:xfrm>
            <a:off x="6175718" y="1146516"/>
            <a:ext cx="2715064" cy="3137096"/>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lvl="0" eaLnBrk="0" fontAlgn="base" hangingPunct="0">
              <a:spcBef>
                <a:spcPct val="0"/>
              </a:spcBef>
              <a:spcAft>
                <a:spcPct val="0"/>
              </a:spcAft>
              <a:buClrTx/>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dirty="0">
                <a:solidFill>
                  <a:schemeClr val="tx1"/>
                </a:solidFill>
                <a:latin typeface="Arial" panose="020B0604020202020204" pitchFamily="34" charset="0"/>
              </a:rPr>
              <a:t>Samples cluster strongly by </a:t>
            </a:r>
            <a:r>
              <a:rPr lang="en-US" altLang="en-US" b="1" dirty="0">
                <a:solidFill>
                  <a:schemeClr val="tx1"/>
                </a:solidFill>
                <a:latin typeface="Arial" panose="020B0604020202020204" pitchFamily="34" charset="0"/>
              </a:rPr>
              <a:t>cell type</a:t>
            </a:r>
            <a:r>
              <a:rPr lang="en-US" altLang="en-US" dirty="0">
                <a:solidFill>
                  <a:schemeClr val="tx1"/>
                </a:solidFill>
                <a:latin typeface="Arial" panose="020B0604020202020204" pitchFamily="34" charset="0"/>
              </a:rPr>
              <a:t> </a:t>
            </a:r>
          </a:p>
          <a:p>
            <a:pPr lvl="0" eaLnBrk="0" fontAlgn="base" hangingPunct="0">
              <a:spcBef>
                <a:spcPct val="0"/>
              </a:spcBef>
              <a:spcAft>
                <a:spcPct val="0"/>
              </a:spcAft>
              <a:buClrTx/>
              <a:buFontTx/>
              <a:buChar char="•"/>
            </a:pPr>
            <a:endParaRPr lang="en-US" altLang="en-US" b="1"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b="1" dirty="0">
                <a:solidFill>
                  <a:schemeClr val="tx1"/>
                </a:solidFill>
                <a:latin typeface="Arial" panose="020B0604020202020204" pitchFamily="34" charset="0"/>
              </a:rPr>
              <a:t>Disease signal is weaker than the cell-type effect</a:t>
            </a:r>
            <a:r>
              <a:rPr lang="en-US" altLang="en-US" dirty="0">
                <a:solidFill>
                  <a:schemeClr val="tx1"/>
                </a:solidFill>
                <a:latin typeface="Arial" panose="020B0604020202020204" pitchFamily="34" charset="0"/>
              </a:rPr>
              <a:t> </a:t>
            </a:r>
          </a:p>
          <a:p>
            <a:pPr lvl="0" eaLnBrk="0" fontAlgn="base" hangingPunct="0">
              <a:spcBef>
                <a:spcPct val="0"/>
              </a:spcBef>
              <a:spcAft>
                <a:spcPct val="0"/>
              </a:spcAft>
              <a:buClrTx/>
              <a:buFontTx/>
              <a:buChar char="•"/>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dirty="0">
                <a:solidFill>
                  <a:schemeClr val="tx1"/>
                </a:solidFill>
                <a:latin typeface="Arial" panose="020B0604020202020204" pitchFamily="34" charset="0"/>
              </a:rPr>
              <a:t>Partial separation seen in: </a:t>
            </a:r>
          </a:p>
          <a:p>
            <a:pPr lvl="0" eaLnBrk="0" fontAlgn="base" hangingPunct="0">
              <a:spcBef>
                <a:spcPct val="0"/>
              </a:spcBef>
              <a:spcAft>
                <a:spcPct val="0"/>
              </a:spcAft>
              <a:buClrTx/>
              <a:buFontTx/>
              <a:buChar char="•"/>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dirty="0">
                <a:solidFill>
                  <a:schemeClr val="tx1"/>
                </a:solidFill>
                <a:latin typeface="Arial" panose="020B0604020202020204" pitchFamily="34" charset="0"/>
              </a:rPr>
              <a:t>Neutrophils </a:t>
            </a:r>
          </a:p>
          <a:p>
            <a:pPr lvl="0" eaLnBrk="0" fontAlgn="base" hangingPunct="0">
              <a:spcBef>
                <a:spcPct val="0"/>
              </a:spcBef>
              <a:spcAft>
                <a:spcPct val="0"/>
              </a:spcAft>
              <a:buClrTx/>
              <a:buFontTx/>
              <a:buChar char="•"/>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dirty="0">
                <a:solidFill>
                  <a:schemeClr val="tx1"/>
                </a:solidFill>
                <a:latin typeface="Arial" panose="020B0604020202020204" pitchFamily="34" charset="0"/>
              </a:rPr>
              <a:t>Monocytes</a:t>
            </a:r>
          </a:p>
          <a:p>
            <a:pPr lvl="0" eaLnBrk="0" fontAlgn="base" hangingPunct="0">
              <a:spcBef>
                <a:spcPct val="0"/>
              </a:spcBef>
              <a:spcAft>
                <a:spcPct val="0"/>
              </a:spcAft>
              <a:buClrTx/>
            </a:pPr>
            <a:endParaRPr lang="en-US" altLang="en-US" dirty="0">
              <a:solidFill>
                <a:schemeClr val="tx1"/>
              </a:solidFill>
              <a:latin typeface="Arial" panose="020B0604020202020204" pitchFamily="34" charset="0"/>
            </a:endParaRPr>
          </a:p>
          <a:p>
            <a:pPr algn="ctr"/>
            <a:endParaRPr lang="en-IN" dirty="0"/>
          </a:p>
        </p:txBody>
      </p:sp>
    </p:spTree>
    <p:extLst>
      <p:ext uri="{BB962C8B-B14F-4D97-AF65-F5344CB8AC3E}">
        <p14:creationId xmlns:p14="http://schemas.microsoft.com/office/powerpoint/2010/main" val="39752306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B6CE58-0691-CF97-135D-2AC6EF0DD335}"/>
              </a:ext>
            </a:extLst>
          </p:cNvPr>
          <p:cNvPicPr>
            <a:picLocks noChangeAspect="1"/>
          </p:cNvPicPr>
          <p:nvPr/>
        </p:nvPicPr>
        <p:blipFill>
          <a:blip r:embed="rId3"/>
          <a:stretch>
            <a:fillRect/>
          </a:stretch>
        </p:blipFill>
        <p:spPr>
          <a:xfrm>
            <a:off x="4768167" y="322347"/>
            <a:ext cx="3708400" cy="3090334"/>
          </a:xfrm>
          <a:prstGeom prst="rect">
            <a:avLst/>
          </a:prstGeom>
        </p:spPr>
      </p:pic>
      <p:pic>
        <p:nvPicPr>
          <p:cNvPr id="7" name="Picture 6">
            <a:extLst>
              <a:ext uri="{FF2B5EF4-FFF2-40B4-BE49-F238E27FC236}">
                <a16:creationId xmlns:a16="http://schemas.microsoft.com/office/drawing/2014/main" id="{CC75F312-3246-74B0-A693-778DEBAB2E66}"/>
              </a:ext>
            </a:extLst>
          </p:cNvPr>
          <p:cNvPicPr>
            <a:picLocks noChangeAspect="1"/>
          </p:cNvPicPr>
          <p:nvPr/>
        </p:nvPicPr>
        <p:blipFill>
          <a:blip r:embed="rId4"/>
          <a:stretch>
            <a:fillRect/>
          </a:stretch>
        </p:blipFill>
        <p:spPr>
          <a:xfrm>
            <a:off x="352475" y="336743"/>
            <a:ext cx="3708400" cy="3090333"/>
          </a:xfrm>
          <a:prstGeom prst="rect">
            <a:avLst/>
          </a:prstGeom>
        </p:spPr>
      </p:pic>
      <p:sp>
        <p:nvSpPr>
          <p:cNvPr id="2" name="Rectangle: Rounded Corners 1">
            <a:extLst>
              <a:ext uri="{FF2B5EF4-FFF2-40B4-BE49-F238E27FC236}">
                <a16:creationId xmlns:a16="http://schemas.microsoft.com/office/drawing/2014/main" id="{ABDCCE95-9921-77F0-CA65-F204BCA77999}"/>
              </a:ext>
            </a:extLst>
          </p:cNvPr>
          <p:cNvSpPr/>
          <p:nvPr/>
        </p:nvSpPr>
        <p:spPr>
          <a:xfrm>
            <a:off x="1552527" y="3737613"/>
            <a:ext cx="7113171" cy="1069144"/>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solidFill>
                  <a:schemeClr val="tx1"/>
                </a:solidFill>
              </a:rPr>
              <a:t>Both plots show partial clustering, meaning disease has an effect, but it’s not the dominant source of variation.</a:t>
            </a:r>
            <a:endParaRPr lang="en-IN" dirty="0">
              <a:solidFill>
                <a:schemeClr val="tx1"/>
              </a:solidFill>
            </a:endParaRPr>
          </a:p>
        </p:txBody>
      </p:sp>
    </p:spTree>
    <p:extLst>
      <p:ext uri="{BB962C8B-B14F-4D97-AF65-F5344CB8AC3E}">
        <p14:creationId xmlns:p14="http://schemas.microsoft.com/office/powerpoint/2010/main" val="2551691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3B7F54C-A5CA-D81A-2790-2E455B5854D9}"/>
              </a:ext>
            </a:extLst>
          </p:cNvPr>
          <p:cNvPicPr>
            <a:picLocks noChangeAspect="1"/>
          </p:cNvPicPr>
          <p:nvPr/>
        </p:nvPicPr>
        <p:blipFill>
          <a:blip r:embed="rId2"/>
          <a:stretch>
            <a:fillRect/>
          </a:stretch>
        </p:blipFill>
        <p:spPr>
          <a:xfrm>
            <a:off x="4992271" y="304558"/>
            <a:ext cx="3744450" cy="3245190"/>
          </a:xfrm>
          <a:prstGeom prst="rect">
            <a:avLst/>
          </a:prstGeom>
        </p:spPr>
      </p:pic>
      <p:pic>
        <p:nvPicPr>
          <p:cNvPr id="7" name="Picture 6">
            <a:extLst>
              <a:ext uri="{FF2B5EF4-FFF2-40B4-BE49-F238E27FC236}">
                <a16:creationId xmlns:a16="http://schemas.microsoft.com/office/drawing/2014/main" id="{C2DF4073-C394-0FB8-DECB-14C802FB186C}"/>
              </a:ext>
            </a:extLst>
          </p:cNvPr>
          <p:cNvPicPr>
            <a:picLocks noChangeAspect="1"/>
          </p:cNvPicPr>
          <p:nvPr/>
        </p:nvPicPr>
        <p:blipFill>
          <a:blip r:embed="rId3"/>
          <a:stretch>
            <a:fillRect/>
          </a:stretch>
        </p:blipFill>
        <p:spPr>
          <a:xfrm>
            <a:off x="827550" y="304558"/>
            <a:ext cx="3744450" cy="3245190"/>
          </a:xfrm>
          <a:prstGeom prst="rect">
            <a:avLst/>
          </a:prstGeom>
        </p:spPr>
      </p:pic>
      <p:sp>
        <p:nvSpPr>
          <p:cNvPr id="2" name="Rectangle: Rounded Corners 1">
            <a:extLst>
              <a:ext uri="{FF2B5EF4-FFF2-40B4-BE49-F238E27FC236}">
                <a16:creationId xmlns:a16="http://schemas.microsoft.com/office/drawing/2014/main" id="{68E914FC-6A12-FA73-9073-A58F5A2AF91D}"/>
              </a:ext>
            </a:extLst>
          </p:cNvPr>
          <p:cNvSpPr/>
          <p:nvPr/>
        </p:nvSpPr>
        <p:spPr>
          <a:xfrm>
            <a:off x="1779562" y="3776832"/>
            <a:ext cx="5908432" cy="1062110"/>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en-US" dirty="0">
                <a:solidFill>
                  <a:schemeClr val="tx1"/>
                </a:solidFill>
              </a:rPr>
              <a:t>Clear separation of </a:t>
            </a:r>
            <a:r>
              <a:rPr lang="en-US" b="1" dirty="0">
                <a:solidFill>
                  <a:schemeClr val="tx1"/>
                </a:solidFill>
              </a:rPr>
              <a:t>significant vs non-significant genes</a:t>
            </a:r>
            <a:r>
              <a:rPr lang="en-US" dirty="0">
                <a:solidFill>
                  <a:schemeClr val="tx1"/>
                </a:solidFill>
              </a:rPr>
              <a:t> </a:t>
            </a:r>
          </a:p>
          <a:p>
            <a:r>
              <a:rPr lang="en-US" dirty="0">
                <a:solidFill>
                  <a:schemeClr val="tx1"/>
                </a:solidFill>
              </a:rPr>
              <a:t>Strong signal in: </a:t>
            </a:r>
          </a:p>
          <a:p>
            <a:pPr lvl="1"/>
            <a:r>
              <a:rPr lang="en-US" b="1" dirty="0">
                <a:solidFill>
                  <a:schemeClr val="tx1"/>
                </a:solidFill>
              </a:rPr>
              <a:t>Downregulated genes</a:t>
            </a:r>
            <a:r>
              <a:rPr lang="en-US" dirty="0">
                <a:solidFill>
                  <a:schemeClr val="tx1"/>
                </a:solidFill>
              </a:rPr>
              <a:t> </a:t>
            </a:r>
          </a:p>
          <a:p>
            <a:r>
              <a:rPr lang="en-US" dirty="0">
                <a:solidFill>
                  <a:schemeClr val="tx1"/>
                </a:solidFill>
              </a:rPr>
              <a:t>Key genes appear consistently across cell types </a:t>
            </a:r>
          </a:p>
        </p:txBody>
      </p:sp>
    </p:spTree>
    <p:extLst>
      <p:ext uri="{BB962C8B-B14F-4D97-AF65-F5344CB8AC3E}">
        <p14:creationId xmlns:p14="http://schemas.microsoft.com/office/powerpoint/2010/main" val="4152799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C57A1AB-D5AB-0369-0E1B-C40FBCF8301B}"/>
              </a:ext>
            </a:extLst>
          </p:cNvPr>
          <p:cNvPicPr>
            <a:picLocks noChangeAspect="1"/>
          </p:cNvPicPr>
          <p:nvPr/>
        </p:nvPicPr>
        <p:blipFill>
          <a:blip r:embed="rId3"/>
          <a:stretch>
            <a:fillRect/>
          </a:stretch>
        </p:blipFill>
        <p:spPr>
          <a:xfrm>
            <a:off x="5439800" y="148591"/>
            <a:ext cx="3169629" cy="3909940"/>
          </a:xfrm>
          <a:prstGeom prst="rect">
            <a:avLst/>
          </a:prstGeom>
        </p:spPr>
      </p:pic>
      <p:pic>
        <p:nvPicPr>
          <p:cNvPr id="7" name="Picture 6">
            <a:extLst>
              <a:ext uri="{FF2B5EF4-FFF2-40B4-BE49-F238E27FC236}">
                <a16:creationId xmlns:a16="http://schemas.microsoft.com/office/drawing/2014/main" id="{78E49C89-5094-BD38-BB33-2247A62F4636}"/>
              </a:ext>
            </a:extLst>
          </p:cNvPr>
          <p:cNvPicPr>
            <a:picLocks noChangeAspect="1"/>
          </p:cNvPicPr>
          <p:nvPr/>
        </p:nvPicPr>
        <p:blipFill>
          <a:blip r:embed="rId4"/>
          <a:stretch>
            <a:fillRect/>
          </a:stretch>
        </p:blipFill>
        <p:spPr>
          <a:xfrm>
            <a:off x="998806" y="148590"/>
            <a:ext cx="3169629" cy="3909940"/>
          </a:xfrm>
          <a:prstGeom prst="rect">
            <a:avLst/>
          </a:prstGeom>
        </p:spPr>
      </p:pic>
      <p:sp>
        <p:nvSpPr>
          <p:cNvPr id="2" name="Rectangle: Rounded Corners 1">
            <a:extLst>
              <a:ext uri="{FF2B5EF4-FFF2-40B4-BE49-F238E27FC236}">
                <a16:creationId xmlns:a16="http://schemas.microsoft.com/office/drawing/2014/main" id="{1BAAA0B4-6712-571A-8ADD-349EB85CE6D9}"/>
              </a:ext>
            </a:extLst>
          </p:cNvPr>
          <p:cNvSpPr/>
          <p:nvPr/>
        </p:nvSpPr>
        <p:spPr>
          <a:xfrm>
            <a:off x="1463039" y="4141931"/>
            <a:ext cx="6646986" cy="852978"/>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lvl="0" eaLnBrk="0" fontAlgn="base" hangingPunct="0">
              <a:spcBef>
                <a:spcPct val="0"/>
              </a:spcBef>
              <a:spcAft>
                <a:spcPct val="0"/>
              </a:spcAft>
              <a:buClrTx/>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dirty="0">
                <a:solidFill>
                  <a:schemeClr val="tx1"/>
                </a:solidFill>
                <a:latin typeface="Arial" panose="020B0604020202020204" pitchFamily="34" charset="0"/>
              </a:rPr>
              <a:t>Top genes show </a:t>
            </a:r>
            <a:r>
              <a:rPr lang="en-US" altLang="en-US" b="1" dirty="0">
                <a:solidFill>
                  <a:schemeClr val="tx1"/>
                </a:solidFill>
                <a:latin typeface="Arial" panose="020B0604020202020204" pitchFamily="34" charset="0"/>
              </a:rPr>
              <a:t>distinct expression patterns</a:t>
            </a:r>
            <a:r>
              <a:rPr lang="en-US" altLang="en-US" dirty="0">
                <a:solidFill>
                  <a:schemeClr val="tx1"/>
                </a:solidFill>
                <a:latin typeface="Arial" panose="020B0604020202020204" pitchFamily="34" charset="0"/>
              </a:rPr>
              <a:t> </a:t>
            </a:r>
          </a:p>
          <a:p>
            <a:pPr lvl="0" eaLnBrk="0" fontAlgn="base" hangingPunct="0">
              <a:spcBef>
                <a:spcPct val="0"/>
              </a:spcBef>
              <a:spcAft>
                <a:spcPct val="0"/>
              </a:spcAft>
              <a:buClrTx/>
              <a:buFontTx/>
              <a:buChar char="•"/>
            </a:pPr>
            <a:r>
              <a:rPr lang="en-US" altLang="en-US" dirty="0">
                <a:solidFill>
                  <a:schemeClr val="tx1"/>
                </a:solidFill>
                <a:latin typeface="Arial" panose="020B0604020202020204" pitchFamily="34" charset="0"/>
              </a:rPr>
              <a:t>ALS and Healthy samples form </a:t>
            </a:r>
            <a:r>
              <a:rPr lang="en-US" altLang="en-US" b="1" dirty="0">
                <a:solidFill>
                  <a:schemeClr val="tx1"/>
                </a:solidFill>
                <a:latin typeface="Arial" panose="020B0604020202020204" pitchFamily="34" charset="0"/>
              </a:rPr>
              <a:t>separate clusters</a:t>
            </a:r>
            <a:r>
              <a:rPr lang="en-US" altLang="en-US" dirty="0">
                <a:solidFill>
                  <a:schemeClr val="tx1"/>
                </a:solidFill>
                <a:latin typeface="Arial" panose="020B0604020202020204" pitchFamily="34" charset="0"/>
              </a:rPr>
              <a:t> </a:t>
            </a:r>
          </a:p>
          <a:p>
            <a:pPr lvl="0" eaLnBrk="0" fontAlgn="base" hangingPunct="0">
              <a:spcBef>
                <a:spcPct val="0"/>
              </a:spcBef>
              <a:spcAft>
                <a:spcPct val="0"/>
              </a:spcAft>
              <a:buClrTx/>
              <a:buFontTx/>
              <a:buChar char="•"/>
            </a:pPr>
            <a:r>
              <a:rPr lang="en-US" altLang="en-US" dirty="0">
                <a:solidFill>
                  <a:schemeClr val="tx1"/>
                </a:solidFill>
                <a:latin typeface="Arial" panose="020B0604020202020204" pitchFamily="34" charset="0"/>
              </a:rPr>
              <a:t>Signal visible at </a:t>
            </a:r>
            <a:r>
              <a:rPr lang="en-US" altLang="en-US" b="1" dirty="0">
                <a:solidFill>
                  <a:schemeClr val="tx1"/>
                </a:solidFill>
                <a:latin typeface="Arial" panose="020B0604020202020204" pitchFamily="34" charset="0"/>
              </a:rPr>
              <a:t>individual sample level</a:t>
            </a:r>
            <a:r>
              <a:rPr lang="en-US" altLang="en-US" dirty="0">
                <a:solidFill>
                  <a:schemeClr val="tx1"/>
                </a:solidFill>
                <a:latin typeface="Arial" panose="020B0604020202020204" pitchFamily="34" charset="0"/>
              </a:rPr>
              <a:t> </a:t>
            </a:r>
          </a:p>
          <a:p>
            <a:pPr algn="ctr"/>
            <a:endParaRPr lang="en-IN" dirty="0"/>
          </a:p>
        </p:txBody>
      </p:sp>
    </p:spTree>
    <p:extLst>
      <p:ext uri="{BB962C8B-B14F-4D97-AF65-F5344CB8AC3E}">
        <p14:creationId xmlns:p14="http://schemas.microsoft.com/office/powerpoint/2010/main" val="3805405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8FFC90-E2DA-169C-AB79-57556FFA0D61}"/>
              </a:ext>
            </a:extLst>
          </p:cNvPr>
          <p:cNvPicPr>
            <a:picLocks noChangeAspect="1"/>
          </p:cNvPicPr>
          <p:nvPr/>
        </p:nvPicPr>
        <p:blipFill>
          <a:blip r:embed="rId2"/>
          <a:stretch>
            <a:fillRect/>
          </a:stretch>
        </p:blipFill>
        <p:spPr>
          <a:xfrm>
            <a:off x="833114" y="508000"/>
            <a:ext cx="4755461" cy="3772666"/>
          </a:xfrm>
          <a:prstGeom prst="rect">
            <a:avLst/>
          </a:prstGeom>
        </p:spPr>
      </p:pic>
      <p:sp>
        <p:nvSpPr>
          <p:cNvPr id="6" name="Rectangle: Rounded Corners 5">
            <a:extLst>
              <a:ext uri="{FF2B5EF4-FFF2-40B4-BE49-F238E27FC236}">
                <a16:creationId xmlns:a16="http://schemas.microsoft.com/office/drawing/2014/main" id="{F9D3EB0A-F8D7-6E17-8126-DFCCC6B0FFCE}"/>
              </a:ext>
            </a:extLst>
          </p:cNvPr>
          <p:cNvSpPr/>
          <p:nvPr/>
        </p:nvSpPr>
        <p:spPr>
          <a:xfrm>
            <a:off x="6187440" y="843280"/>
            <a:ext cx="2357120" cy="3437386"/>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sz="1800" dirty="0"/>
              <a:t>Overlap of Genes</a:t>
            </a:r>
          </a:p>
          <a:p>
            <a:pPr algn="ctr"/>
            <a:r>
              <a:rPr lang="en-IN" sz="4800" dirty="0">
                <a:solidFill>
                  <a:schemeClr val="tx1"/>
                </a:solidFill>
                <a:latin typeface="Georgia" panose="02040502050405020303" pitchFamily="18" charset="0"/>
              </a:rPr>
              <a:t>17 </a:t>
            </a:r>
          </a:p>
          <a:p>
            <a:pPr algn="ctr"/>
            <a:r>
              <a:rPr lang="en-IN" sz="4800" dirty="0">
                <a:solidFill>
                  <a:schemeClr val="tx1"/>
                </a:solidFill>
                <a:latin typeface="Georgia" panose="02040502050405020303" pitchFamily="18" charset="0"/>
              </a:rPr>
              <a:t>genes</a:t>
            </a:r>
          </a:p>
          <a:p>
            <a:pPr marL="0" indent="0" algn="ctr">
              <a:buNone/>
            </a:pPr>
            <a:endParaRPr lang="en-US" sz="1200" dirty="0">
              <a:solidFill>
                <a:srgbClr val="E8ECF0"/>
              </a:solidFill>
              <a:latin typeface="Calibri" pitchFamily="34" charset="0"/>
              <a:ea typeface="Calibri" pitchFamily="34" charset="-122"/>
              <a:cs typeface="Calibri" pitchFamily="34" charset="-120"/>
            </a:endParaRPr>
          </a:p>
          <a:p>
            <a:pPr marL="0" indent="0" algn="ctr">
              <a:buNone/>
            </a:pPr>
            <a:r>
              <a:rPr lang="en-US" sz="1200" dirty="0">
                <a:solidFill>
                  <a:srgbClr val="FF9191"/>
                </a:solidFill>
                <a:latin typeface="Calibri" pitchFamily="34" charset="0"/>
                <a:ea typeface="Calibri" pitchFamily="34" charset="-122"/>
                <a:cs typeface="Calibri" pitchFamily="34" charset="-120"/>
              </a:rPr>
              <a:t>Cross-cell-type concordance =</a:t>
            </a:r>
            <a:endParaRPr lang="en-US" sz="1200" dirty="0">
              <a:solidFill>
                <a:srgbClr val="FF9191"/>
              </a:solidFill>
            </a:endParaRPr>
          </a:p>
          <a:p>
            <a:pPr marL="0" indent="0" algn="ctr">
              <a:buNone/>
            </a:pPr>
            <a:r>
              <a:rPr lang="en-US" sz="1200" dirty="0">
                <a:solidFill>
                  <a:srgbClr val="FF9191"/>
                </a:solidFill>
                <a:latin typeface="Calibri" pitchFamily="34" charset="0"/>
                <a:ea typeface="Calibri" pitchFamily="34" charset="-122"/>
                <a:cs typeface="Calibri" pitchFamily="34" charset="-120"/>
              </a:rPr>
              <a:t>stronger evidence</a:t>
            </a:r>
            <a:endParaRPr lang="en-US" sz="1200" dirty="0">
              <a:solidFill>
                <a:srgbClr val="FF9191"/>
              </a:solidFill>
            </a:endParaRPr>
          </a:p>
          <a:p>
            <a:pPr algn="ctr"/>
            <a:endParaRPr lang="en-IN" sz="1200" dirty="0">
              <a:solidFill>
                <a:schemeClr val="tx1"/>
              </a:solidFill>
              <a:latin typeface="Georgia" panose="02040502050405020303" pitchFamily="18" charset="0"/>
            </a:endParaRPr>
          </a:p>
        </p:txBody>
      </p:sp>
    </p:spTree>
    <p:extLst>
      <p:ext uri="{BB962C8B-B14F-4D97-AF65-F5344CB8AC3E}">
        <p14:creationId xmlns:p14="http://schemas.microsoft.com/office/powerpoint/2010/main" val="37171318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9">
          <a:extLst>
            <a:ext uri="{FF2B5EF4-FFF2-40B4-BE49-F238E27FC236}">
              <a16:creationId xmlns:a16="http://schemas.microsoft.com/office/drawing/2014/main" id="{2F204630-A094-304B-B30C-CEDC7A8BA235}"/>
            </a:ext>
          </a:extLst>
        </p:cNvPr>
        <p:cNvGrpSpPr/>
        <p:nvPr/>
      </p:nvGrpSpPr>
      <p:grpSpPr>
        <a:xfrm>
          <a:off x="0" y="0"/>
          <a:ext cx="0" cy="0"/>
          <a:chOff x="0" y="0"/>
          <a:chExt cx="0" cy="0"/>
        </a:xfrm>
      </p:grpSpPr>
      <p:sp>
        <p:nvSpPr>
          <p:cNvPr id="250" name="Google Shape;250;p37">
            <a:extLst>
              <a:ext uri="{FF2B5EF4-FFF2-40B4-BE49-F238E27FC236}">
                <a16:creationId xmlns:a16="http://schemas.microsoft.com/office/drawing/2014/main" id="{01F51519-CB27-8381-63A1-AD5DE0F1A006}"/>
              </a:ext>
            </a:extLst>
          </p:cNvPr>
          <p:cNvSpPr txBox="1">
            <a:spLocks noGrp="1"/>
          </p:cNvSpPr>
          <p:nvPr>
            <p:ph type="title"/>
          </p:nvPr>
        </p:nvSpPr>
        <p:spPr>
          <a:xfrm>
            <a:off x="-3114780" y="1976509"/>
            <a:ext cx="8143978" cy="797377"/>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pt-BR" sz="3200" dirty="0">
                <a:solidFill>
                  <a:schemeClr val="accent4">
                    <a:lumMod val="60000"/>
                    <a:lumOff val="40000"/>
                  </a:schemeClr>
                </a:solidFill>
              </a:rPr>
              <a:t>I M P L I C A T I O N S</a:t>
            </a:r>
          </a:p>
        </p:txBody>
      </p:sp>
      <p:sp>
        <p:nvSpPr>
          <p:cNvPr id="251" name="Google Shape;251;p37">
            <a:extLst>
              <a:ext uri="{FF2B5EF4-FFF2-40B4-BE49-F238E27FC236}">
                <a16:creationId xmlns:a16="http://schemas.microsoft.com/office/drawing/2014/main" id="{BDFCE7EB-09E5-A1E7-945B-6850B8B60775}"/>
              </a:ext>
            </a:extLst>
          </p:cNvPr>
          <p:cNvSpPr txBox="1">
            <a:spLocks noGrp="1"/>
          </p:cNvSpPr>
          <p:nvPr>
            <p:ph type="title" idx="2"/>
          </p:nvPr>
        </p:nvSpPr>
        <p:spPr>
          <a:xfrm>
            <a:off x="4089750" y="1138163"/>
            <a:ext cx="1178400" cy="9159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04</a:t>
            </a:r>
            <a:endParaRPr dirty="0"/>
          </a:p>
        </p:txBody>
      </p:sp>
      <p:cxnSp>
        <p:nvCxnSpPr>
          <p:cNvPr id="252" name="Google Shape;252;p37">
            <a:extLst>
              <a:ext uri="{FF2B5EF4-FFF2-40B4-BE49-F238E27FC236}">
                <a16:creationId xmlns:a16="http://schemas.microsoft.com/office/drawing/2014/main" id="{E5183B1B-AE1A-71DC-9BB7-3C660DCC3E46}"/>
              </a:ext>
            </a:extLst>
          </p:cNvPr>
          <p:cNvCxnSpPr/>
          <p:nvPr/>
        </p:nvCxnSpPr>
        <p:spPr>
          <a:xfrm>
            <a:off x="5413400" y="1136350"/>
            <a:ext cx="0" cy="401490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3810948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50"/>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pt-BR" sz="2800" dirty="0">
                <a:solidFill>
                  <a:schemeClr val="accent4">
                    <a:lumMod val="60000"/>
                    <a:lumOff val="40000"/>
                  </a:schemeClr>
                </a:solidFill>
              </a:rPr>
              <a:t>GENES FOUND</a:t>
            </a:r>
            <a:endParaRPr dirty="0"/>
          </a:p>
        </p:txBody>
      </p:sp>
      <p:sp>
        <p:nvSpPr>
          <p:cNvPr id="458" name="Google Shape;458;p50"/>
          <p:cNvSpPr txBox="1"/>
          <p:nvPr/>
        </p:nvSpPr>
        <p:spPr>
          <a:xfrm>
            <a:off x="865163" y="2221146"/>
            <a:ext cx="3154200" cy="54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1200" b="1" dirty="0">
                <a:solidFill>
                  <a:schemeClr val="accent3">
                    <a:lumMod val="60000"/>
                    <a:lumOff val="40000"/>
                  </a:schemeClr>
                </a:solidFill>
                <a:latin typeface="Bahnschrift" panose="020B0502040204020203" pitchFamily="34" charset="0"/>
                <a:ea typeface="Inria Sans"/>
                <a:cs typeface="Inria Sans"/>
                <a:sym typeface="Inria Sans"/>
              </a:rPr>
              <a:t>CMPK2</a:t>
            </a:r>
          </a:p>
          <a:p>
            <a:pPr marL="0" lvl="0" indent="0" algn="l" rtl="0">
              <a:spcBef>
                <a:spcPts val="0"/>
              </a:spcBef>
              <a:spcAft>
                <a:spcPts val="0"/>
              </a:spcAft>
              <a:buNone/>
            </a:pPr>
            <a:r>
              <a:rPr lang="en-IN" sz="1200" b="1" dirty="0">
                <a:solidFill>
                  <a:schemeClr val="accent3">
                    <a:lumMod val="60000"/>
                    <a:lumOff val="40000"/>
                  </a:schemeClr>
                </a:solidFill>
                <a:latin typeface="Bahnschrift" panose="020B0502040204020203" pitchFamily="34" charset="0"/>
                <a:ea typeface="Inria Sans"/>
                <a:cs typeface="Inria Sans"/>
                <a:sym typeface="Inria Sans"/>
              </a:rPr>
              <a:t> XAF1</a:t>
            </a:r>
          </a:p>
          <a:p>
            <a:pPr lvl="0"/>
            <a:r>
              <a:rPr lang="en-IN" sz="1200" b="1" dirty="0">
                <a:solidFill>
                  <a:schemeClr val="accent3">
                    <a:lumMod val="60000"/>
                    <a:lumOff val="40000"/>
                  </a:schemeClr>
                </a:solidFill>
                <a:latin typeface="Bahnschrift" panose="020B0502040204020203" pitchFamily="34" charset="0"/>
                <a:ea typeface="Inria Sans"/>
                <a:cs typeface="Inria Sans"/>
                <a:sym typeface="Inria Sans"/>
              </a:rPr>
              <a:t> </a:t>
            </a:r>
            <a:r>
              <a:rPr lang="en-IN" sz="1200" dirty="0">
                <a:solidFill>
                  <a:schemeClr val="accent3">
                    <a:lumMod val="60000"/>
                    <a:lumOff val="40000"/>
                  </a:schemeClr>
                </a:solidFill>
                <a:latin typeface="Bahnschrift" panose="020B0502040204020203" pitchFamily="34" charset="0"/>
              </a:rPr>
              <a:t>LY6E </a:t>
            </a:r>
            <a:endParaRPr lang="en-IN" sz="1200" b="1" dirty="0">
              <a:solidFill>
                <a:schemeClr val="accent3">
                  <a:lumMod val="60000"/>
                  <a:lumOff val="40000"/>
                </a:schemeClr>
              </a:solidFill>
              <a:latin typeface="Bahnschrift" panose="020B0502040204020203" pitchFamily="34" charset="0"/>
              <a:ea typeface="Inria Sans"/>
              <a:cs typeface="Inria Sans"/>
              <a:sym typeface="Inria Sans"/>
            </a:endParaRPr>
          </a:p>
          <a:p>
            <a:pPr lvl="0"/>
            <a:r>
              <a:rPr lang="en-IN" sz="1200" dirty="0">
                <a:solidFill>
                  <a:schemeClr val="accent3">
                    <a:lumMod val="60000"/>
                    <a:lumOff val="40000"/>
                  </a:schemeClr>
                </a:solidFill>
                <a:latin typeface="Bahnschrift" panose="020B0502040204020203" pitchFamily="34" charset="0"/>
              </a:rPr>
              <a:t>AFAP1</a:t>
            </a:r>
            <a:endParaRPr lang="en-IN" sz="1200" b="1" dirty="0">
              <a:solidFill>
                <a:schemeClr val="accent3">
                  <a:lumMod val="60000"/>
                  <a:lumOff val="40000"/>
                </a:schemeClr>
              </a:solidFill>
              <a:latin typeface="Bahnschrift" panose="020B0502040204020203" pitchFamily="34" charset="0"/>
              <a:ea typeface="Inria Sans"/>
              <a:cs typeface="Inria Sans"/>
              <a:sym typeface="Inria Sans"/>
            </a:endParaRPr>
          </a:p>
          <a:p>
            <a:pPr lvl="0"/>
            <a:r>
              <a:rPr lang="en-IN" sz="1200" b="1" dirty="0">
                <a:solidFill>
                  <a:schemeClr val="accent3">
                    <a:lumMod val="60000"/>
                    <a:lumOff val="40000"/>
                  </a:schemeClr>
                </a:solidFill>
                <a:latin typeface="Bahnschrift" panose="020B0502040204020203" pitchFamily="34" charset="0"/>
              </a:rPr>
              <a:t>TNFAIP3</a:t>
            </a:r>
            <a:endParaRPr sz="1200" b="1" dirty="0">
              <a:solidFill>
                <a:schemeClr val="accent3">
                  <a:lumMod val="60000"/>
                  <a:lumOff val="40000"/>
                </a:schemeClr>
              </a:solidFill>
              <a:latin typeface="Bahnschrift" panose="020B0502040204020203" pitchFamily="34" charset="0"/>
              <a:ea typeface="Inria Sans"/>
              <a:cs typeface="Inria Sans"/>
              <a:sym typeface="Inria Sans"/>
            </a:endParaRPr>
          </a:p>
        </p:txBody>
      </p:sp>
      <p:sp>
        <p:nvSpPr>
          <p:cNvPr id="459" name="Google Shape;459;p50"/>
          <p:cNvSpPr txBox="1"/>
          <p:nvPr/>
        </p:nvSpPr>
        <p:spPr>
          <a:xfrm>
            <a:off x="865163" y="1853625"/>
            <a:ext cx="31542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dirty="0">
                <a:solidFill>
                  <a:schemeClr val="dk1"/>
                </a:solidFill>
                <a:latin typeface="Work Sans"/>
                <a:ea typeface="Work Sans"/>
                <a:cs typeface="Work Sans"/>
                <a:sym typeface="Work Sans"/>
              </a:rPr>
              <a:t>Other genes</a:t>
            </a:r>
            <a:endParaRPr sz="2000" dirty="0">
              <a:solidFill>
                <a:schemeClr val="dk1"/>
              </a:solidFill>
              <a:latin typeface="Work Sans"/>
              <a:ea typeface="Work Sans"/>
              <a:cs typeface="Work Sans"/>
              <a:sym typeface="Work Sans"/>
            </a:endParaRPr>
          </a:p>
        </p:txBody>
      </p:sp>
      <p:sp>
        <p:nvSpPr>
          <p:cNvPr id="460" name="Google Shape;460;p50"/>
          <p:cNvSpPr txBox="1"/>
          <p:nvPr/>
        </p:nvSpPr>
        <p:spPr>
          <a:xfrm>
            <a:off x="865163" y="1280925"/>
            <a:ext cx="9876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endParaRPr sz="2700" dirty="0">
              <a:solidFill>
                <a:schemeClr val="lt1"/>
              </a:solidFill>
              <a:latin typeface="Work Sans"/>
              <a:ea typeface="Work Sans"/>
              <a:cs typeface="Work Sans"/>
              <a:sym typeface="Work Sans"/>
            </a:endParaRPr>
          </a:p>
        </p:txBody>
      </p:sp>
      <p:sp>
        <p:nvSpPr>
          <p:cNvPr id="461" name="Google Shape;461;p50"/>
          <p:cNvSpPr/>
          <p:nvPr/>
        </p:nvSpPr>
        <p:spPr>
          <a:xfrm>
            <a:off x="1852775" y="1381425"/>
            <a:ext cx="2166600" cy="3717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ria Sans"/>
              <a:ea typeface="Inria Sans"/>
              <a:cs typeface="Inria Sans"/>
              <a:sym typeface="Inria Sans"/>
            </a:endParaRPr>
          </a:p>
        </p:txBody>
      </p:sp>
      <p:sp>
        <p:nvSpPr>
          <p:cNvPr id="462" name="Google Shape;462;p50"/>
          <p:cNvSpPr/>
          <p:nvPr/>
        </p:nvSpPr>
        <p:spPr>
          <a:xfrm>
            <a:off x="1852774" y="1381425"/>
            <a:ext cx="1207417" cy="371700"/>
          </a:xfrm>
          <a:prstGeom prst="roundRect">
            <a:avLst>
              <a:gd name="adj" fmla="val 50000"/>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ria Sans"/>
              <a:ea typeface="Inria Sans"/>
              <a:cs typeface="Inria Sans"/>
              <a:sym typeface="Inria Sans"/>
            </a:endParaRPr>
          </a:p>
        </p:txBody>
      </p:sp>
      <p:sp>
        <p:nvSpPr>
          <p:cNvPr id="463" name="Google Shape;463;p50"/>
          <p:cNvSpPr txBox="1"/>
          <p:nvPr/>
        </p:nvSpPr>
        <p:spPr>
          <a:xfrm>
            <a:off x="865163" y="3965621"/>
            <a:ext cx="3154200" cy="54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1200" dirty="0">
                <a:solidFill>
                  <a:schemeClr val="accent3">
                    <a:lumMod val="60000"/>
                    <a:lumOff val="40000"/>
                  </a:schemeClr>
                </a:solidFill>
                <a:latin typeface="Bahnschrift" panose="020B0502040204020203" pitchFamily="34" charset="0"/>
                <a:ea typeface="Inria Sans"/>
                <a:cs typeface="Inria Sans"/>
                <a:sym typeface="Inria Sans"/>
              </a:rPr>
              <a:t>OAS2</a:t>
            </a:r>
          </a:p>
          <a:p>
            <a:pPr marL="0" lvl="0" indent="0" algn="l" rtl="0">
              <a:spcBef>
                <a:spcPts val="0"/>
              </a:spcBef>
              <a:spcAft>
                <a:spcPts val="0"/>
              </a:spcAft>
              <a:buNone/>
            </a:pPr>
            <a:r>
              <a:rPr lang="en-IN" sz="1200" dirty="0">
                <a:solidFill>
                  <a:schemeClr val="accent3">
                    <a:lumMod val="60000"/>
                    <a:lumOff val="40000"/>
                  </a:schemeClr>
                </a:solidFill>
                <a:latin typeface="Bahnschrift" panose="020B0502040204020203" pitchFamily="34" charset="0"/>
                <a:ea typeface="Inria Sans"/>
                <a:cs typeface="Inria Sans"/>
                <a:sym typeface="Inria Sans"/>
              </a:rPr>
              <a:t>OAS3</a:t>
            </a:r>
          </a:p>
          <a:p>
            <a:pPr marL="0" lvl="0" indent="0" algn="l" rtl="0">
              <a:spcBef>
                <a:spcPts val="0"/>
              </a:spcBef>
              <a:spcAft>
                <a:spcPts val="0"/>
              </a:spcAft>
              <a:buNone/>
            </a:pPr>
            <a:r>
              <a:rPr lang="en-IN" sz="1200" dirty="0">
                <a:solidFill>
                  <a:schemeClr val="accent3">
                    <a:lumMod val="60000"/>
                    <a:lumOff val="40000"/>
                  </a:schemeClr>
                </a:solidFill>
                <a:latin typeface="Bahnschrift" panose="020B0502040204020203" pitchFamily="34" charset="0"/>
                <a:ea typeface="Inria Sans"/>
                <a:cs typeface="Inria Sans"/>
                <a:sym typeface="Inria Sans"/>
              </a:rPr>
              <a:t>OASL</a:t>
            </a:r>
            <a:endParaRPr sz="1200" dirty="0">
              <a:solidFill>
                <a:schemeClr val="accent3">
                  <a:lumMod val="60000"/>
                  <a:lumOff val="40000"/>
                </a:schemeClr>
              </a:solidFill>
              <a:latin typeface="Bahnschrift" panose="020B0502040204020203" pitchFamily="34" charset="0"/>
              <a:ea typeface="Inria Sans"/>
              <a:cs typeface="Inria Sans"/>
              <a:sym typeface="Inria Sans"/>
            </a:endParaRPr>
          </a:p>
        </p:txBody>
      </p:sp>
      <p:sp>
        <p:nvSpPr>
          <p:cNvPr id="464" name="Google Shape;464;p50"/>
          <p:cNvSpPr txBox="1"/>
          <p:nvPr/>
        </p:nvSpPr>
        <p:spPr>
          <a:xfrm>
            <a:off x="865163" y="3598100"/>
            <a:ext cx="31542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IN" sz="2000" dirty="0">
                <a:solidFill>
                  <a:schemeClr val="dk1"/>
                </a:solidFill>
                <a:latin typeface="Work Sans"/>
                <a:ea typeface="Work Sans"/>
                <a:cs typeface="Work Sans"/>
                <a:sym typeface="Work Sans"/>
              </a:rPr>
              <a:t>OAS family</a:t>
            </a:r>
            <a:endParaRPr sz="2000" dirty="0">
              <a:solidFill>
                <a:schemeClr val="dk1"/>
              </a:solidFill>
              <a:latin typeface="Work Sans"/>
              <a:ea typeface="Work Sans"/>
              <a:cs typeface="Work Sans"/>
              <a:sym typeface="Work Sans"/>
            </a:endParaRPr>
          </a:p>
        </p:txBody>
      </p:sp>
      <p:sp>
        <p:nvSpPr>
          <p:cNvPr id="466" name="Google Shape;466;p50"/>
          <p:cNvSpPr/>
          <p:nvPr/>
        </p:nvSpPr>
        <p:spPr>
          <a:xfrm>
            <a:off x="1852775" y="3125900"/>
            <a:ext cx="2166600" cy="3717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ria Sans"/>
              <a:ea typeface="Inria Sans"/>
              <a:cs typeface="Inria Sans"/>
              <a:sym typeface="Inria Sans"/>
            </a:endParaRPr>
          </a:p>
        </p:txBody>
      </p:sp>
      <p:sp>
        <p:nvSpPr>
          <p:cNvPr id="467" name="Google Shape;467;p50"/>
          <p:cNvSpPr/>
          <p:nvPr/>
        </p:nvSpPr>
        <p:spPr>
          <a:xfrm>
            <a:off x="1852775" y="3125900"/>
            <a:ext cx="652681" cy="371700"/>
          </a:xfrm>
          <a:prstGeom prst="roundRect">
            <a:avLst>
              <a:gd name="adj" fmla="val 50000"/>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ria Sans"/>
              <a:ea typeface="Inria Sans"/>
              <a:cs typeface="Inria Sans"/>
              <a:sym typeface="Inria Sans"/>
            </a:endParaRPr>
          </a:p>
        </p:txBody>
      </p:sp>
      <p:sp>
        <p:nvSpPr>
          <p:cNvPr id="468" name="Google Shape;468;p50"/>
          <p:cNvSpPr txBox="1"/>
          <p:nvPr/>
        </p:nvSpPr>
        <p:spPr>
          <a:xfrm>
            <a:off x="5124637" y="2129646"/>
            <a:ext cx="3154200" cy="54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1200" dirty="0">
                <a:solidFill>
                  <a:schemeClr val="accent3">
                    <a:lumMod val="60000"/>
                    <a:lumOff val="40000"/>
                  </a:schemeClr>
                </a:solidFill>
                <a:latin typeface="Bahnschrift" panose="020B0502040204020203" pitchFamily="34" charset="0"/>
                <a:ea typeface="Inria Sans"/>
                <a:cs typeface="Inria Sans"/>
                <a:sym typeface="Inria Sans"/>
              </a:rPr>
              <a:t>IFI44</a:t>
            </a:r>
          </a:p>
          <a:p>
            <a:pPr marL="0" lvl="0" indent="0" algn="l" rtl="0">
              <a:spcBef>
                <a:spcPts val="0"/>
              </a:spcBef>
              <a:spcAft>
                <a:spcPts val="0"/>
              </a:spcAft>
              <a:buNone/>
            </a:pPr>
            <a:r>
              <a:rPr lang="en-IN" sz="1200" dirty="0">
                <a:solidFill>
                  <a:schemeClr val="accent3">
                    <a:lumMod val="60000"/>
                    <a:lumOff val="40000"/>
                  </a:schemeClr>
                </a:solidFill>
                <a:latin typeface="Bahnschrift" panose="020B0502040204020203" pitchFamily="34" charset="0"/>
                <a:ea typeface="Inria Sans"/>
                <a:cs typeface="Inria Sans"/>
                <a:sym typeface="Inria Sans"/>
              </a:rPr>
              <a:t>IFI44L</a:t>
            </a:r>
          </a:p>
          <a:p>
            <a:pPr marL="0" lvl="0" indent="0" algn="l" rtl="0">
              <a:spcBef>
                <a:spcPts val="0"/>
              </a:spcBef>
              <a:spcAft>
                <a:spcPts val="0"/>
              </a:spcAft>
              <a:buNone/>
            </a:pPr>
            <a:r>
              <a:rPr lang="en-IN" sz="1200" dirty="0">
                <a:solidFill>
                  <a:schemeClr val="accent3">
                    <a:lumMod val="60000"/>
                    <a:lumOff val="40000"/>
                  </a:schemeClr>
                </a:solidFill>
                <a:latin typeface="Bahnschrift" panose="020B0502040204020203" pitchFamily="34" charset="0"/>
                <a:ea typeface="Inria Sans"/>
                <a:cs typeface="Inria Sans"/>
                <a:sym typeface="Inria Sans"/>
              </a:rPr>
              <a:t>IFIT1</a:t>
            </a:r>
          </a:p>
          <a:p>
            <a:pPr marL="0" lvl="0" indent="0" algn="l" rtl="0">
              <a:spcBef>
                <a:spcPts val="0"/>
              </a:spcBef>
              <a:spcAft>
                <a:spcPts val="0"/>
              </a:spcAft>
              <a:buNone/>
            </a:pPr>
            <a:r>
              <a:rPr lang="en-IN" sz="1200" dirty="0">
                <a:solidFill>
                  <a:schemeClr val="accent3">
                    <a:lumMod val="60000"/>
                    <a:lumOff val="40000"/>
                  </a:schemeClr>
                </a:solidFill>
                <a:latin typeface="Bahnschrift" panose="020B0502040204020203" pitchFamily="34" charset="0"/>
                <a:ea typeface="Inria Sans"/>
                <a:cs typeface="Inria Sans"/>
                <a:sym typeface="Inria Sans"/>
              </a:rPr>
              <a:t>IFI6</a:t>
            </a:r>
          </a:p>
          <a:p>
            <a:pPr marL="0" lvl="0" indent="0" algn="l" rtl="0">
              <a:spcBef>
                <a:spcPts val="0"/>
              </a:spcBef>
              <a:spcAft>
                <a:spcPts val="0"/>
              </a:spcAft>
              <a:buNone/>
            </a:pPr>
            <a:r>
              <a:rPr lang="en-IN" sz="1200" dirty="0">
                <a:solidFill>
                  <a:schemeClr val="accent3">
                    <a:lumMod val="60000"/>
                    <a:lumOff val="40000"/>
                  </a:schemeClr>
                </a:solidFill>
                <a:latin typeface="Bahnschrift" panose="020B0502040204020203" pitchFamily="34" charset="0"/>
                <a:ea typeface="Inria Sans"/>
                <a:cs typeface="Inria Sans"/>
                <a:sym typeface="Inria Sans"/>
              </a:rPr>
              <a:t>ISG15</a:t>
            </a:r>
            <a:endParaRPr sz="1200" dirty="0">
              <a:solidFill>
                <a:schemeClr val="accent3">
                  <a:lumMod val="60000"/>
                  <a:lumOff val="40000"/>
                </a:schemeClr>
              </a:solidFill>
              <a:latin typeface="Bahnschrift" panose="020B0502040204020203" pitchFamily="34" charset="0"/>
              <a:ea typeface="Inria Sans"/>
              <a:cs typeface="Inria Sans"/>
              <a:sym typeface="Inria Sans"/>
            </a:endParaRPr>
          </a:p>
        </p:txBody>
      </p:sp>
      <p:sp>
        <p:nvSpPr>
          <p:cNvPr id="469" name="Google Shape;469;p50"/>
          <p:cNvSpPr txBox="1"/>
          <p:nvPr/>
        </p:nvSpPr>
        <p:spPr>
          <a:xfrm>
            <a:off x="5124638" y="1853625"/>
            <a:ext cx="31542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dirty="0">
                <a:solidFill>
                  <a:schemeClr val="dk1"/>
                </a:solidFill>
                <a:latin typeface="Work Sans"/>
                <a:ea typeface="Work Sans"/>
                <a:cs typeface="Work Sans"/>
                <a:sym typeface="Work Sans"/>
              </a:rPr>
              <a:t>IFI Family</a:t>
            </a:r>
            <a:endParaRPr sz="2000" dirty="0">
              <a:solidFill>
                <a:schemeClr val="dk1"/>
              </a:solidFill>
              <a:latin typeface="Work Sans"/>
              <a:ea typeface="Work Sans"/>
              <a:cs typeface="Work Sans"/>
              <a:sym typeface="Work Sans"/>
            </a:endParaRPr>
          </a:p>
        </p:txBody>
      </p:sp>
      <p:sp>
        <p:nvSpPr>
          <p:cNvPr id="471" name="Google Shape;471;p50"/>
          <p:cNvSpPr/>
          <p:nvPr/>
        </p:nvSpPr>
        <p:spPr>
          <a:xfrm>
            <a:off x="6112250" y="1381425"/>
            <a:ext cx="2166600" cy="3717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ria Sans"/>
              <a:ea typeface="Inria Sans"/>
              <a:cs typeface="Inria Sans"/>
              <a:sym typeface="Inria Sans"/>
            </a:endParaRPr>
          </a:p>
        </p:txBody>
      </p:sp>
      <p:sp>
        <p:nvSpPr>
          <p:cNvPr id="472" name="Google Shape;472;p50"/>
          <p:cNvSpPr/>
          <p:nvPr/>
        </p:nvSpPr>
        <p:spPr>
          <a:xfrm>
            <a:off x="6112250" y="1381425"/>
            <a:ext cx="1940566" cy="371700"/>
          </a:xfrm>
          <a:prstGeom prst="roundRect">
            <a:avLst>
              <a:gd name="adj" fmla="val 50000"/>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ria Sans"/>
              <a:ea typeface="Inria Sans"/>
              <a:cs typeface="Inria Sans"/>
              <a:sym typeface="Inria Sans"/>
            </a:endParaRPr>
          </a:p>
        </p:txBody>
      </p:sp>
      <p:sp>
        <p:nvSpPr>
          <p:cNvPr id="473" name="Google Shape;473;p50"/>
          <p:cNvSpPr txBox="1"/>
          <p:nvPr/>
        </p:nvSpPr>
        <p:spPr>
          <a:xfrm>
            <a:off x="5124638" y="3965621"/>
            <a:ext cx="3154200" cy="54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1200" dirty="0">
                <a:solidFill>
                  <a:schemeClr val="accent3">
                    <a:lumMod val="60000"/>
                    <a:lumOff val="40000"/>
                  </a:schemeClr>
                </a:solidFill>
                <a:latin typeface="Bahnschrift" panose="020B0502040204020203" pitchFamily="34" charset="0"/>
                <a:ea typeface="Inria Sans"/>
                <a:cs typeface="Inria Sans"/>
                <a:sym typeface="Inria Sans"/>
              </a:rPr>
              <a:t>UTY </a:t>
            </a:r>
          </a:p>
          <a:p>
            <a:pPr marL="0" lvl="0" indent="0" algn="l" rtl="0">
              <a:spcBef>
                <a:spcPts val="0"/>
              </a:spcBef>
              <a:spcAft>
                <a:spcPts val="0"/>
              </a:spcAft>
              <a:buNone/>
            </a:pPr>
            <a:r>
              <a:rPr lang="en-IN" sz="1200" dirty="0">
                <a:solidFill>
                  <a:schemeClr val="accent3">
                    <a:lumMod val="60000"/>
                    <a:lumOff val="40000"/>
                  </a:schemeClr>
                </a:solidFill>
                <a:latin typeface="Bahnschrift" panose="020B0502040204020203" pitchFamily="34" charset="0"/>
                <a:ea typeface="Inria Sans"/>
                <a:cs typeface="Inria Sans"/>
                <a:sym typeface="Inria Sans"/>
              </a:rPr>
              <a:t>DDX3Y</a:t>
            </a:r>
          </a:p>
          <a:p>
            <a:pPr marL="0" lvl="0" indent="0" algn="l" rtl="0">
              <a:spcBef>
                <a:spcPts val="0"/>
              </a:spcBef>
              <a:spcAft>
                <a:spcPts val="0"/>
              </a:spcAft>
              <a:buNone/>
            </a:pPr>
            <a:r>
              <a:rPr lang="en-IN" sz="1200" dirty="0">
                <a:solidFill>
                  <a:schemeClr val="accent3">
                    <a:lumMod val="60000"/>
                    <a:lumOff val="40000"/>
                  </a:schemeClr>
                </a:solidFill>
                <a:latin typeface="Bahnschrift" panose="020B0502040204020203" pitchFamily="34" charset="0"/>
                <a:ea typeface="Inria Sans"/>
                <a:cs typeface="Inria Sans"/>
                <a:sym typeface="Inria Sans"/>
              </a:rPr>
              <a:t>RPS4Y1</a:t>
            </a:r>
          </a:p>
          <a:p>
            <a:pPr marL="0" lvl="0" indent="0" algn="l" rtl="0">
              <a:spcBef>
                <a:spcPts val="0"/>
              </a:spcBef>
              <a:spcAft>
                <a:spcPts val="0"/>
              </a:spcAft>
              <a:buNone/>
            </a:pPr>
            <a:endParaRPr sz="1200" dirty="0">
              <a:solidFill>
                <a:schemeClr val="dk1"/>
              </a:solidFill>
              <a:latin typeface="Bahnschrift" panose="020B0502040204020203" pitchFamily="34" charset="0"/>
              <a:ea typeface="Inria Sans"/>
              <a:cs typeface="Inria Sans"/>
              <a:sym typeface="Inria Sans"/>
            </a:endParaRPr>
          </a:p>
        </p:txBody>
      </p:sp>
      <p:sp>
        <p:nvSpPr>
          <p:cNvPr id="474" name="Google Shape;474;p50"/>
          <p:cNvSpPr txBox="1"/>
          <p:nvPr/>
        </p:nvSpPr>
        <p:spPr>
          <a:xfrm>
            <a:off x="5124638" y="3598100"/>
            <a:ext cx="31542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IN" sz="2000" dirty="0">
                <a:solidFill>
                  <a:schemeClr val="dk1"/>
                </a:solidFill>
                <a:latin typeface="Work Sans"/>
                <a:ea typeface="Work Sans"/>
                <a:cs typeface="Work Sans"/>
                <a:sym typeface="Work Sans"/>
              </a:rPr>
              <a:t>Sex Genes</a:t>
            </a:r>
            <a:endParaRPr sz="2000" dirty="0">
              <a:solidFill>
                <a:schemeClr val="dk1"/>
              </a:solidFill>
              <a:latin typeface="Work Sans"/>
              <a:ea typeface="Work Sans"/>
              <a:cs typeface="Work Sans"/>
              <a:sym typeface="Work Sans"/>
            </a:endParaRPr>
          </a:p>
        </p:txBody>
      </p:sp>
      <p:sp>
        <p:nvSpPr>
          <p:cNvPr id="476" name="Google Shape;476;p50"/>
          <p:cNvSpPr/>
          <p:nvPr/>
        </p:nvSpPr>
        <p:spPr>
          <a:xfrm>
            <a:off x="6112250" y="3125900"/>
            <a:ext cx="2166600" cy="3717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ria Sans"/>
              <a:ea typeface="Inria Sans"/>
              <a:cs typeface="Inria Sans"/>
              <a:sym typeface="Inria Sans"/>
            </a:endParaRPr>
          </a:p>
        </p:txBody>
      </p:sp>
      <p:sp>
        <p:nvSpPr>
          <p:cNvPr id="477" name="Google Shape;477;p50"/>
          <p:cNvSpPr/>
          <p:nvPr/>
        </p:nvSpPr>
        <p:spPr>
          <a:xfrm>
            <a:off x="6112250" y="3125900"/>
            <a:ext cx="617734" cy="371700"/>
          </a:xfrm>
          <a:prstGeom prst="roundRect">
            <a:avLst>
              <a:gd name="adj" fmla="val 50000"/>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ria Sans"/>
              <a:ea typeface="Inria Sans"/>
              <a:cs typeface="Inria Sans"/>
              <a:sym typeface="Inria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0"/>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4">
                    <a:lumMod val="60000"/>
                    <a:lumOff val="40000"/>
                  </a:schemeClr>
                </a:solidFill>
              </a:rPr>
              <a:t>CONCLUSION</a:t>
            </a:r>
            <a:endParaRPr dirty="0">
              <a:solidFill>
                <a:schemeClr val="accent4">
                  <a:lumMod val="60000"/>
                  <a:lumOff val="40000"/>
                </a:schemeClr>
              </a:solidFill>
            </a:endParaRPr>
          </a:p>
        </p:txBody>
      </p:sp>
      <p:sp>
        <p:nvSpPr>
          <p:cNvPr id="271" name="Google Shape;271;p40"/>
          <p:cNvSpPr txBox="1">
            <a:spLocks noGrp="1"/>
          </p:cNvSpPr>
          <p:nvPr>
            <p:ph type="subTitle" idx="1"/>
          </p:nvPr>
        </p:nvSpPr>
        <p:spPr>
          <a:xfrm>
            <a:off x="5109604" y="2416719"/>
            <a:ext cx="3494573" cy="1606500"/>
          </a:xfrm>
          <a:prstGeom prst="rect">
            <a:avLst/>
          </a:prstGeom>
        </p:spPr>
        <p:txBody>
          <a:bodyPr spcFirstLastPara="1" wrap="square" lIns="91425" tIns="91425" rIns="91425" bIns="91425" anchor="t" anchorCtr="0">
            <a:noAutofit/>
          </a:bodyPr>
          <a:lstStyle/>
          <a:p>
            <a:pPr marL="171450" lvl="0" indent="-171450" algn="l" rtl="0">
              <a:lnSpc>
                <a:spcPct val="250000"/>
              </a:lnSpc>
              <a:spcBef>
                <a:spcPts val="0"/>
              </a:spcBef>
              <a:spcAft>
                <a:spcPts val="0"/>
              </a:spcAf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Sex Imbalance</a:t>
            </a:r>
          </a:p>
          <a:p>
            <a:pPr marL="171450" lvl="0" indent="-171450" algn="l" rtl="0">
              <a:lnSpc>
                <a:spcPct val="250000"/>
              </a:lnSpc>
              <a:spcBef>
                <a:spcPts val="0"/>
              </a:spcBef>
              <a:spcAft>
                <a:spcPts val="0"/>
              </a:spcAf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Upregulation in male genes</a:t>
            </a:r>
          </a:p>
          <a:p>
            <a:pPr marL="171450" lvl="0" indent="-171450" algn="l" rtl="0">
              <a:lnSpc>
                <a:spcPct val="250000"/>
              </a:lnSpc>
              <a:spcBef>
                <a:spcPts val="0"/>
              </a:spcBef>
              <a:spcAft>
                <a:spcPts val="0"/>
              </a:spcAf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 The affected sample was donated by males</a:t>
            </a:r>
            <a:endParaRPr b="1" dirty="0">
              <a:latin typeface="Times New Roman" panose="02020603050405020304" pitchFamily="18" charset="0"/>
              <a:cs typeface="Times New Roman" panose="02020603050405020304" pitchFamily="18" charset="0"/>
            </a:endParaRPr>
          </a:p>
        </p:txBody>
      </p:sp>
      <p:sp>
        <p:nvSpPr>
          <p:cNvPr id="272" name="Google Shape;272;p40"/>
          <p:cNvSpPr txBox="1">
            <a:spLocks noGrp="1"/>
          </p:cNvSpPr>
          <p:nvPr>
            <p:ph type="subTitle" idx="2"/>
          </p:nvPr>
        </p:nvSpPr>
        <p:spPr>
          <a:xfrm>
            <a:off x="1532383" y="2439575"/>
            <a:ext cx="3933517" cy="1606500"/>
          </a:xfrm>
          <a:prstGeom prst="rect">
            <a:avLst/>
          </a:prstGeom>
        </p:spPr>
        <p:txBody>
          <a:bodyPr spcFirstLastPara="1" wrap="square" lIns="91425" tIns="91425" rIns="91425" bIns="91425" anchor="t" anchorCtr="0">
            <a:noAutofit/>
          </a:bodyPr>
          <a:lstStyle/>
          <a:p>
            <a:pPr>
              <a:lnSpc>
                <a:spcPct val="2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Interferon response</a:t>
            </a:r>
          </a:p>
          <a:p>
            <a:pPr>
              <a:lnSpc>
                <a:spcPct val="2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The immune system is weaker</a:t>
            </a:r>
          </a:p>
          <a:p>
            <a:pPr>
              <a:lnSpc>
                <a:spcPct val="2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Reduced response to infection or inflammation</a:t>
            </a:r>
            <a:endParaRPr lang="en-US" dirty="0">
              <a:latin typeface="Times New Roman" panose="02020603050405020304" pitchFamily="18" charset="0"/>
              <a:cs typeface="Times New Roman" panose="02020603050405020304" pitchFamily="18" charset="0"/>
            </a:endParaRPr>
          </a:p>
        </p:txBody>
      </p:sp>
      <p:sp>
        <p:nvSpPr>
          <p:cNvPr id="273" name="Google Shape;273;p40"/>
          <p:cNvSpPr txBox="1">
            <a:spLocks noGrp="1"/>
          </p:cNvSpPr>
          <p:nvPr>
            <p:ph type="subTitle" idx="3"/>
          </p:nvPr>
        </p:nvSpPr>
        <p:spPr>
          <a:xfrm>
            <a:off x="1971301" y="1982375"/>
            <a:ext cx="232230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IMMUNE GENES</a:t>
            </a:r>
            <a:endParaRPr dirty="0"/>
          </a:p>
        </p:txBody>
      </p:sp>
      <p:sp>
        <p:nvSpPr>
          <p:cNvPr id="274" name="Google Shape;274;p40"/>
          <p:cNvSpPr txBox="1">
            <a:spLocks noGrp="1"/>
          </p:cNvSpPr>
          <p:nvPr>
            <p:ph type="subTitle" idx="4"/>
          </p:nvPr>
        </p:nvSpPr>
        <p:spPr>
          <a:xfrm>
            <a:off x="5313497" y="1982375"/>
            <a:ext cx="4106683"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SEX CHROMOSOME GENES</a:t>
            </a:r>
            <a:endParaRPr dirty="0"/>
          </a:p>
        </p:txBody>
      </p:sp>
      <p:cxnSp>
        <p:nvCxnSpPr>
          <p:cNvPr id="275" name="Google Shape;275;p40"/>
          <p:cNvCxnSpPr>
            <a:cxnSpLocks/>
          </p:cNvCxnSpPr>
          <p:nvPr/>
        </p:nvCxnSpPr>
        <p:spPr>
          <a:xfrm flipH="1">
            <a:off x="5313497" y="1966200"/>
            <a:ext cx="3" cy="2301000"/>
          </a:xfrm>
          <a:prstGeom prst="straightConnector1">
            <a:avLst/>
          </a:prstGeom>
          <a:noFill/>
          <a:ln w="9525" cap="flat" cmpd="sng">
            <a:solidFill>
              <a:schemeClr val="dk1"/>
            </a:solidFill>
            <a:prstDash val="solid"/>
            <a:round/>
            <a:headEnd type="none" w="med" len="med"/>
            <a:tailEnd type="none" w="med" len="med"/>
          </a:ln>
        </p:spPr>
      </p:cxnSp>
      <p:cxnSp>
        <p:nvCxnSpPr>
          <p:cNvPr id="276" name="Google Shape;276;p40"/>
          <p:cNvCxnSpPr>
            <a:cxnSpLocks/>
          </p:cNvCxnSpPr>
          <p:nvPr/>
        </p:nvCxnSpPr>
        <p:spPr>
          <a:xfrm>
            <a:off x="1971300" y="1966200"/>
            <a:ext cx="1" cy="2301000"/>
          </a:xfrm>
          <a:prstGeom prst="straightConnector1">
            <a:avLst/>
          </a:prstGeom>
          <a:noFill/>
          <a:ln w="9525" cap="flat" cmpd="sng">
            <a:solidFill>
              <a:schemeClr val="dk1"/>
            </a:solidFill>
            <a:prstDash val="solid"/>
            <a:round/>
            <a:headEnd type="none" w="med" len="med"/>
            <a:tailEnd type="none" w="med" len="med"/>
          </a:ln>
        </p:spPr>
      </p:cxnSp>
      <p:sp>
        <p:nvSpPr>
          <p:cNvPr id="277" name="Google Shape;277;p40"/>
          <p:cNvSpPr/>
          <p:nvPr/>
        </p:nvSpPr>
        <p:spPr>
          <a:xfrm>
            <a:off x="1508189" y="2005238"/>
            <a:ext cx="310708" cy="411481"/>
          </a:xfrm>
          <a:custGeom>
            <a:avLst/>
            <a:gdLst/>
            <a:ahLst/>
            <a:cxnLst/>
            <a:rect l="l" t="t" r="r" b="b"/>
            <a:pathLst>
              <a:path w="1504" h="1975" extrusionOk="0">
                <a:moveTo>
                  <a:pt x="957" y="990"/>
                </a:moveTo>
                <a:lnTo>
                  <a:pt x="957" y="990"/>
                </a:lnTo>
                <a:cubicBezTo>
                  <a:pt x="1069" y="905"/>
                  <a:pt x="1182" y="817"/>
                  <a:pt x="1274" y="712"/>
                </a:cubicBezTo>
                <a:cubicBezTo>
                  <a:pt x="1427" y="535"/>
                  <a:pt x="1504" y="342"/>
                  <a:pt x="1504" y="117"/>
                </a:cubicBezTo>
                <a:cubicBezTo>
                  <a:pt x="1504" y="61"/>
                  <a:pt x="1459" y="9"/>
                  <a:pt x="1403" y="1"/>
                </a:cubicBezTo>
                <a:cubicBezTo>
                  <a:pt x="1331" y="-7"/>
                  <a:pt x="1274" y="49"/>
                  <a:pt x="1274" y="117"/>
                </a:cubicBezTo>
                <a:cubicBezTo>
                  <a:pt x="1274" y="126"/>
                  <a:pt x="1271" y="137"/>
                  <a:pt x="1271" y="146"/>
                </a:cubicBezTo>
                <a:cubicBezTo>
                  <a:pt x="233" y="146"/>
                  <a:pt x="233" y="146"/>
                  <a:pt x="233" y="146"/>
                </a:cubicBezTo>
                <a:cubicBezTo>
                  <a:pt x="233" y="137"/>
                  <a:pt x="233" y="129"/>
                  <a:pt x="233" y="117"/>
                </a:cubicBezTo>
                <a:cubicBezTo>
                  <a:pt x="233" y="57"/>
                  <a:pt x="185" y="9"/>
                  <a:pt x="129" y="1"/>
                </a:cubicBezTo>
                <a:cubicBezTo>
                  <a:pt x="60" y="-3"/>
                  <a:pt x="0" y="49"/>
                  <a:pt x="0" y="117"/>
                </a:cubicBezTo>
                <a:cubicBezTo>
                  <a:pt x="0" y="342"/>
                  <a:pt x="77" y="535"/>
                  <a:pt x="229" y="712"/>
                </a:cubicBezTo>
                <a:cubicBezTo>
                  <a:pt x="326" y="821"/>
                  <a:pt x="442" y="913"/>
                  <a:pt x="551" y="990"/>
                </a:cubicBezTo>
                <a:cubicBezTo>
                  <a:pt x="434" y="1070"/>
                  <a:pt x="322" y="1159"/>
                  <a:pt x="229" y="1263"/>
                </a:cubicBezTo>
                <a:cubicBezTo>
                  <a:pt x="77" y="1440"/>
                  <a:pt x="0" y="1633"/>
                  <a:pt x="0" y="1858"/>
                </a:cubicBezTo>
                <a:cubicBezTo>
                  <a:pt x="0" y="1914"/>
                  <a:pt x="45" y="1967"/>
                  <a:pt x="105" y="1975"/>
                </a:cubicBezTo>
                <a:cubicBezTo>
                  <a:pt x="173" y="1982"/>
                  <a:pt x="233" y="1926"/>
                  <a:pt x="233" y="1858"/>
                </a:cubicBezTo>
                <a:cubicBezTo>
                  <a:pt x="233" y="1850"/>
                  <a:pt x="233" y="1838"/>
                  <a:pt x="233" y="1830"/>
                </a:cubicBezTo>
                <a:cubicBezTo>
                  <a:pt x="1271" y="1830"/>
                  <a:pt x="1271" y="1830"/>
                  <a:pt x="1271" y="1830"/>
                </a:cubicBezTo>
                <a:cubicBezTo>
                  <a:pt x="1274" y="1838"/>
                  <a:pt x="1274" y="1846"/>
                  <a:pt x="1274" y="1858"/>
                </a:cubicBezTo>
                <a:cubicBezTo>
                  <a:pt x="1274" y="1918"/>
                  <a:pt x="1319" y="1967"/>
                  <a:pt x="1379" y="1975"/>
                </a:cubicBezTo>
                <a:cubicBezTo>
                  <a:pt x="1447" y="1979"/>
                  <a:pt x="1504" y="1926"/>
                  <a:pt x="1504" y="1858"/>
                </a:cubicBezTo>
                <a:cubicBezTo>
                  <a:pt x="1504" y="1633"/>
                  <a:pt x="1427" y="1440"/>
                  <a:pt x="1274" y="1263"/>
                </a:cubicBezTo>
                <a:cubicBezTo>
                  <a:pt x="1178" y="1155"/>
                  <a:pt x="1061" y="1066"/>
                  <a:pt x="957" y="990"/>
                </a:cubicBezTo>
                <a:moveTo>
                  <a:pt x="752" y="849"/>
                </a:moveTo>
                <a:lnTo>
                  <a:pt x="752" y="849"/>
                </a:lnTo>
                <a:cubicBezTo>
                  <a:pt x="720" y="825"/>
                  <a:pt x="687" y="805"/>
                  <a:pt x="659" y="781"/>
                </a:cubicBezTo>
                <a:cubicBezTo>
                  <a:pt x="844" y="781"/>
                  <a:pt x="844" y="781"/>
                  <a:pt x="844" y="781"/>
                </a:cubicBezTo>
                <a:cubicBezTo>
                  <a:pt x="816" y="805"/>
                  <a:pt x="784" y="825"/>
                  <a:pt x="752" y="849"/>
                </a:cubicBezTo>
                <a:moveTo>
                  <a:pt x="921" y="724"/>
                </a:moveTo>
                <a:lnTo>
                  <a:pt x="921" y="724"/>
                </a:lnTo>
                <a:cubicBezTo>
                  <a:pt x="583" y="724"/>
                  <a:pt x="583" y="724"/>
                  <a:pt x="583" y="724"/>
                </a:cubicBezTo>
                <a:cubicBezTo>
                  <a:pt x="559" y="704"/>
                  <a:pt x="535" y="684"/>
                  <a:pt x="511" y="664"/>
                </a:cubicBezTo>
                <a:cubicBezTo>
                  <a:pt x="993" y="664"/>
                  <a:pt x="993" y="664"/>
                  <a:pt x="993" y="664"/>
                </a:cubicBezTo>
                <a:cubicBezTo>
                  <a:pt x="969" y="684"/>
                  <a:pt x="945" y="704"/>
                  <a:pt x="921" y="724"/>
                </a:cubicBezTo>
                <a:moveTo>
                  <a:pt x="1053" y="608"/>
                </a:moveTo>
                <a:lnTo>
                  <a:pt x="1053" y="608"/>
                </a:lnTo>
                <a:cubicBezTo>
                  <a:pt x="451" y="608"/>
                  <a:pt x="451" y="608"/>
                  <a:pt x="451" y="608"/>
                </a:cubicBezTo>
                <a:cubicBezTo>
                  <a:pt x="430" y="588"/>
                  <a:pt x="414" y="572"/>
                  <a:pt x="398" y="552"/>
                </a:cubicBezTo>
                <a:cubicBezTo>
                  <a:pt x="1110" y="552"/>
                  <a:pt x="1110" y="552"/>
                  <a:pt x="1110" y="552"/>
                </a:cubicBezTo>
                <a:cubicBezTo>
                  <a:pt x="1090" y="572"/>
                  <a:pt x="1073" y="588"/>
                  <a:pt x="1053" y="608"/>
                </a:cubicBezTo>
                <a:moveTo>
                  <a:pt x="1154" y="491"/>
                </a:moveTo>
                <a:lnTo>
                  <a:pt x="1154" y="491"/>
                </a:lnTo>
                <a:cubicBezTo>
                  <a:pt x="350" y="491"/>
                  <a:pt x="350" y="491"/>
                  <a:pt x="350" y="491"/>
                </a:cubicBezTo>
                <a:cubicBezTo>
                  <a:pt x="338" y="475"/>
                  <a:pt x="326" y="455"/>
                  <a:pt x="314" y="435"/>
                </a:cubicBezTo>
                <a:cubicBezTo>
                  <a:pt x="1190" y="435"/>
                  <a:pt x="1190" y="435"/>
                  <a:pt x="1190" y="435"/>
                </a:cubicBezTo>
                <a:cubicBezTo>
                  <a:pt x="1178" y="455"/>
                  <a:pt x="1166" y="475"/>
                  <a:pt x="1154" y="491"/>
                </a:cubicBezTo>
                <a:moveTo>
                  <a:pt x="1218" y="379"/>
                </a:moveTo>
                <a:lnTo>
                  <a:pt x="1218" y="379"/>
                </a:lnTo>
                <a:cubicBezTo>
                  <a:pt x="286" y="379"/>
                  <a:pt x="286" y="379"/>
                  <a:pt x="286" y="379"/>
                </a:cubicBezTo>
                <a:cubicBezTo>
                  <a:pt x="278" y="359"/>
                  <a:pt x="270" y="339"/>
                  <a:pt x="261" y="318"/>
                </a:cubicBezTo>
                <a:cubicBezTo>
                  <a:pt x="1242" y="318"/>
                  <a:pt x="1242" y="318"/>
                  <a:pt x="1242" y="318"/>
                </a:cubicBezTo>
                <a:cubicBezTo>
                  <a:pt x="1234" y="339"/>
                  <a:pt x="1226" y="359"/>
                  <a:pt x="1218" y="379"/>
                </a:cubicBezTo>
                <a:moveTo>
                  <a:pt x="1266" y="202"/>
                </a:moveTo>
                <a:lnTo>
                  <a:pt x="1266" y="202"/>
                </a:lnTo>
                <a:cubicBezTo>
                  <a:pt x="1266" y="222"/>
                  <a:pt x="1262" y="242"/>
                  <a:pt x="1258" y="262"/>
                </a:cubicBezTo>
                <a:cubicBezTo>
                  <a:pt x="245" y="262"/>
                  <a:pt x="245" y="262"/>
                  <a:pt x="245" y="262"/>
                </a:cubicBezTo>
                <a:cubicBezTo>
                  <a:pt x="241" y="242"/>
                  <a:pt x="241" y="222"/>
                  <a:pt x="237" y="202"/>
                </a:cubicBezTo>
                <a:lnTo>
                  <a:pt x="1266" y="202"/>
                </a:lnTo>
                <a:moveTo>
                  <a:pt x="273" y="672"/>
                </a:moveTo>
                <a:lnTo>
                  <a:pt x="273" y="672"/>
                </a:lnTo>
                <a:cubicBezTo>
                  <a:pt x="129" y="507"/>
                  <a:pt x="60" y="327"/>
                  <a:pt x="60" y="114"/>
                </a:cubicBezTo>
                <a:cubicBezTo>
                  <a:pt x="60" y="85"/>
                  <a:pt x="85" y="57"/>
                  <a:pt x="117" y="57"/>
                </a:cubicBezTo>
                <a:cubicBezTo>
                  <a:pt x="149" y="57"/>
                  <a:pt x="173" y="85"/>
                  <a:pt x="173" y="114"/>
                </a:cubicBezTo>
                <a:cubicBezTo>
                  <a:pt x="173" y="290"/>
                  <a:pt x="229" y="443"/>
                  <a:pt x="346" y="580"/>
                </a:cubicBezTo>
                <a:cubicBezTo>
                  <a:pt x="442" y="696"/>
                  <a:pt x="571" y="789"/>
                  <a:pt x="700" y="881"/>
                </a:cubicBezTo>
                <a:cubicBezTo>
                  <a:pt x="696" y="885"/>
                  <a:pt x="692" y="889"/>
                  <a:pt x="687" y="889"/>
                </a:cubicBezTo>
                <a:cubicBezTo>
                  <a:pt x="659" y="909"/>
                  <a:pt x="627" y="929"/>
                  <a:pt x="599" y="949"/>
                </a:cubicBezTo>
                <a:cubicBezTo>
                  <a:pt x="491" y="873"/>
                  <a:pt x="370" y="781"/>
                  <a:pt x="273" y="672"/>
                </a:cubicBezTo>
                <a:moveTo>
                  <a:pt x="173" y="1858"/>
                </a:moveTo>
                <a:lnTo>
                  <a:pt x="173" y="1858"/>
                </a:lnTo>
                <a:cubicBezTo>
                  <a:pt x="173" y="1890"/>
                  <a:pt x="149" y="1914"/>
                  <a:pt x="117" y="1914"/>
                </a:cubicBezTo>
                <a:cubicBezTo>
                  <a:pt x="85" y="1914"/>
                  <a:pt x="60" y="1890"/>
                  <a:pt x="60" y="1858"/>
                </a:cubicBezTo>
                <a:cubicBezTo>
                  <a:pt x="60" y="1649"/>
                  <a:pt x="129" y="1464"/>
                  <a:pt x="273" y="1299"/>
                </a:cubicBezTo>
                <a:cubicBezTo>
                  <a:pt x="398" y="1159"/>
                  <a:pt x="563" y="1046"/>
                  <a:pt x="720" y="937"/>
                </a:cubicBezTo>
                <a:cubicBezTo>
                  <a:pt x="877" y="829"/>
                  <a:pt x="1025" y="728"/>
                  <a:pt x="1138" y="600"/>
                </a:cubicBezTo>
                <a:cubicBezTo>
                  <a:pt x="1266" y="455"/>
                  <a:pt x="1331" y="298"/>
                  <a:pt x="1331" y="114"/>
                </a:cubicBezTo>
                <a:cubicBezTo>
                  <a:pt x="1331" y="85"/>
                  <a:pt x="1355" y="57"/>
                  <a:pt x="1387" y="57"/>
                </a:cubicBezTo>
                <a:cubicBezTo>
                  <a:pt x="1419" y="57"/>
                  <a:pt x="1447" y="85"/>
                  <a:pt x="1447" y="114"/>
                </a:cubicBezTo>
                <a:cubicBezTo>
                  <a:pt x="1447" y="327"/>
                  <a:pt x="1375" y="507"/>
                  <a:pt x="1230" y="672"/>
                </a:cubicBezTo>
                <a:cubicBezTo>
                  <a:pt x="1106" y="813"/>
                  <a:pt x="945" y="925"/>
                  <a:pt x="784" y="1034"/>
                </a:cubicBezTo>
                <a:cubicBezTo>
                  <a:pt x="627" y="1142"/>
                  <a:pt x="479" y="1243"/>
                  <a:pt x="366" y="1372"/>
                </a:cubicBezTo>
                <a:cubicBezTo>
                  <a:pt x="237" y="1516"/>
                  <a:pt x="173" y="1673"/>
                  <a:pt x="173" y="1858"/>
                </a:cubicBezTo>
                <a:moveTo>
                  <a:pt x="515" y="1597"/>
                </a:moveTo>
                <a:lnTo>
                  <a:pt x="515" y="1597"/>
                </a:lnTo>
                <a:cubicBezTo>
                  <a:pt x="1218" y="1597"/>
                  <a:pt x="1218" y="1597"/>
                  <a:pt x="1218" y="1597"/>
                </a:cubicBezTo>
                <a:cubicBezTo>
                  <a:pt x="1230" y="1617"/>
                  <a:pt x="1234" y="1637"/>
                  <a:pt x="1242" y="1657"/>
                </a:cubicBezTo>
                <a:cubicBezTo>
                  <a:pt x="266" y="1657"/>
                  <a:pt x="266" y="1657"/>
                  <a:pt x="266" y="1657"/>
                </a:cubicBezTo>
                <a:cubicBezTo>
                  <a:pt x="270" y="1637"/>
                  <a:pt x="278" y="1617"/>
                  <a:pt x="286" y="1597"/>
                </a:cubicBezTo>
                <a:cubicBezTo>
                  <a:pt x="398" y="1597"/>
                  <a:pt x="398" y="1597"/>
                  <a:pt x="398" y="1597"/>
                </a:cubicBezTo>
                <a:cubicBezTo>
                  <a:pt x="414" y="1597"/>
                  <a:pt x="426" y="1589"/>
                  <a:pt x="426" y="1573"/>
                </a:cubicBezTo>
                <a:cubicBezTo>
                  <a:pt x="430" y="1556"/>
                  <a:pt x="414" y="1541"/>
                  <a:pt x="398" y="1541"/>
                </a:cubicBezTo>
                <a:cubicBezTo>
                  <a:pt x="314" y="1541"/>
                  <a:pt x="314" y="1541"/>
                  <a:pt x="314" y="1541"/>
                </a:cubicBezTo>
                <a:cubicBezTo>
                  <a:pt x="326" y="1520"/>
                  <a:pt x="338" y="1500"/>
                  <a:pt x="354" y="1484"/>
                </a:cubicBezTo>
                <a:cubicBezTo>
                  <a:pt x="1154" y="1484"/>
                  <a:pt x="1154" y="1484"/>
                  <a:pt x="1154" y="1484"/>
                </a:cubicBezTo>
                <a:cubicBezTo>
                  <a:pt x="1166" y="1500"/>
                  <a:pt x="1178" y="1520"/>
                  <a:pt x="1190" y="1541"/>
                </a:cubicBezTo>
                <a:cubicBezTo>
                  <a:pt x="515" y="1541"/>
                  <a:pt x="515" y="1541"/>
                  <a:pt x="515" y="1541"/>
                </a:cubicBezTo>
                <a:cubicBezTo>
                  <a:pt x="503" y="1541"/>
                  <a:pt x="486" y="1553"/>
                  <a:pt x="486" y="1564"/>
                </a:cubicBezTo>
                <a:cubicBezTo>
                  <a:pt x="483" y="1585"/>
                  <a:pt x="499" y="1597"/>
                  <a:pt x="515" y="1597"/>
                </a:cubicBezTo>
                <a:moveTo>
                  <a:pt x="398" y="1424"/>
                </a:moveTo>
                <a:lnTo>
                  <a:pt x="398" y="1424"/>
                </a:lnTo>
                <a:cubicBezTo>
                  <a:pt x="414" y="1404"/>
                  <a:pt x="430" y="1388"/>
                  <a:pt x="451" y="1368"/>
                </a:cubicBezTo>
                <a:cubicBezTo>
                  <a:pt x="1053" y="1368"/>
                  <a:pt x="1053" y="1368"/>
                  <a:pt x="1053" y="1368"/>
                </a:cubicBezTo>
                <a:cubicBezTo>
                  <a:pt x="1073" y="1388"/>
                  <a:pt x="1093" y="1404"/>
                  <a:pt x="1110" y="1424"/>
                </a:cubicBezTo>
                <a:lnTo>
                  <a:pt x="398" y="1424"/>
                </a:lnTo>
                <a:moveTo>
                  <a:pt x="511" y="1311"/>
                </a:moveTo>
                <a:lnTo>
                  <a:pt x="511" y="1311"/>
                </a:lnTo>
                <a:cubicBezTo>
                  <a:pt x="535" y="1291"/>
                  <a:pt x="559" y="1271"/>
                  <a:pt x="583" y="1251"/>
                </a:cubicBezTo>
                <a:cubicBezTo>
                  <a:pt x="921" y="1251"/>
                  <a:pt x="921" y="1251"/>
                  <a:pt x="921" y="1251"/>
                </a:cubicBezTo>
                <a:cubicBezTo>
                  <a:pt x="945" y="1271"/>
                  <a:pt x="969" y="1291"/>
                  <a:pt x="993" y="1311"/>
                </a:cubicBezTo>
                <a:lnTo>
                  <a:pt x="511" y="1311"/>
                </a:lnTo>
                <a:moveTo>
                  <a:pt x="659" y="1195"/>
                </a:moveTo>
                <a:lnTo>
                  <a:pt x="659" y="1195"/>
                </a:lnTo>
                <a:cubicBezTo>
                  <a:pt x="692" y="1171"/>
                  <a:pt x="720" y="1150"/>
                  <a:pt x="752" y="1127"/>
                </a:cubicBezTo>
                <a:cubicBezTo>
                  <a:pt x="784" y="1150"/>
                  <a:pt x="816" y="1171"/>
                  <a:pt x="844" y="1195"/>
                </a:cubicBezTo>
                <a:lnTo>
                  <a:pt x="659" y="1195"/>
                </a:lnTo>
                <a:moveTo>
                  <a:pt x="237" y="1774"/>
                </a:moveTo>
                <a:lnTo>
                  <a:pt x="237" y="1774"/>
                </a:lnTo>
                <a:cubicBezTo>
                  <a:pt x="241" y="1754"/>
                  <a:pt x="245" y="1734"/>
                  <a:pt x="249" y="1713"/>
                </a:cubicBezTo>
                <a:cubicBezTo>
                  <a:pt x="1258" y="1713"/>
                  <a:pt x="1258" y="1713"/>
                  <a:pt x="1258" y="1713"/>
                </a:cubicBezTo>
                <a:cubicBezTo>
                  <a:pt x="1262" y="1734"/>
                  <a:pt x="1266" y="1754"/>
                  <a:pt x="1266" y="1774"/>
                </a:cubicBezTo>
                <a:lnTo>
                  <a:pt x="237" y="1774"/>
                </a:lnTo>
                <a:moveTo>
                  <a:pt x="1387" y="1914"/>
                </a:moveTo>
                <a:lnTo>
                  <a:pt x="1387" y="1914"/>
                </a:lnTo>
                <a:cubicBezTo>
                  <a:pt x="1355" y="1914"/>
                  <a:pt x="1331" y="1890"/>
                  <a:pt x="1331" y="1858"/>
                </a:cubicBezTo>
                <a:cubicBezTo>
                  <a:pt x="1331" y="1681"/>
                  <a:pt x="1274" y="1528"/>
                  <a:pt x="1158" y="1392"/>
                </a:cubicBezTo>
                <a:cubicBezTo>
                  <a:pt x="1061" y="1279"/>
                  <a:pt x="937" y="1182"/>
                  <a:pt x="804" y="1090"/>
                </a:cubicBezTo>
                <a:cubicBezTo>
                  <a:pt x="808" y="1086"/>
                  <a:pt x="812" y="1086"/>
                  <a:pt x="816" y="1082"/>
                </a:cubicBezTo>
                <a:cubicBezTo>
                  <a:pt x="848" y="1062"/>
                  <a:pt x="877" y="1042"/>
                  <a:pt x="905" y="1022"/>
                </a:cubicBezTo>
                <a:cubicBezTo>
                  <a:pt x="1013" y="1098"/>
                  <a:pt x="1134" y="1191"/>
                  <a:pt x="1230" y="1299"/>
                </a:cubicBezTo>
                <a:cubicBezTo>
                  <a:pt x="1375" y="1464"/>
                  <a:pt x="1447" y="1649"/>
                  <a:pt x="1447" y="1858"/>
                </a:cubicBezTo>
                <a:cubicBezTo>
                  <a:pt x="1447" y="1890"/>
                  <a:pt x="1419" y="1914"/>
                  <a:pt x="1387" y="1914"/>
                </a:cubicBez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nvGrpSpPr>
          <p:cNvPr id="7" name="Google Shape;1003;p68">
            <a:extLst>
              <a:ext uri="{FF2B5EF4-FFF2-40B4-BE49-F238E27FC236}">
                <a16:creationId xmlns:a16="http://schemas.microsoft.com/office/drawing/2014/main" id="{24E9E628-A536-B07F-201A-F780AED8EC4B}"/>
              </a:ext>
            </a:extLst>
          </p:cNvPr>
          <p:cNvGrpSpPr/>
          <p:nvPr/>
        </p:nvGrpSpPr>
        <p:grpSpPr>
          <a:xfrm>
            <a:off x="4732518" y="1924227"/>
            <a:ext cx="428578" cy="443424"/>
            <a:chOff x="2401842" y="3240283"/>
            <a:chExt cx="428578" cy="443424"/>
          </a:xfrm>
        </p:grpSpPr>
        <p:sp>
          <p:nvSpPr>
            <p:cNvPr id="8" name="Google Shape;1004;p68">
              <a:extLst>
                <a:ext uri="{FF2B5EF4-FFF2-40B4-BE49-F238E27FC236}">
                  <a16:creationId xmlns:a16="http://schemas.microsoft.com/office/drawing/2014/main" id="{41D13091-7F15-3B46-87CC-C778011865FD}"/>
                </a:ext>
              </a:extLst>
            </p:cNvPr>
            <p:cNvSpPr/>
            <p:nvPr/>
          </p:nvSpPr>
          <p:spPr>
            <a:xfrm>
              <a:off x="2689885" y="3279858"/>
              <a:ext cx="140536" cy="167970"/>
            </a:xfrm>
            <a:custGeom>
              <a:avLst/>
              <a:gdLst/>
              <a:ahLst/>
              <a:cxnLst/>
              <a:rect l="l" t="t" r="r" b="b"/>
              <a:pathLst>
                <a:path w="625" h="747" extrusionOk="0">
                  <a:moveTo>
                    <a:pt x="508" y="0"/>
                  </a:moveTo>
                  <a:lnTo>
                    <a:pt x="508" y="0"/>
                  </a:lnTo>
                  <a:cubicBezTo>
                    <a:pt x="472" y="0"/>
                    <a:pt x="440" y="15"/>
                    <a:pt x="419" y="44"/>
                  </a:cubicBezTo>
                  <a:cubicBezTo>
                    <a:pt x="26" y="558"/>
                    <a:pt x="26" y="558"/>
                    <a:pt x="26" y="558"/>
                  </a:cubicBezTo>
                  <a:cubicBezTo>
                    <a:pt x="6" y="582"/>
                    <a:pt x="-2" y="614"/>
                    <a:pt x="1" y="647"/>
                  </a:cubicBezTo>
                  <a:cubicBezTo>
                    <a:pt x="6" y="675"/>
                    <a:pt x="22" y="703"/>
                    <a:pt x="46" y="723"/>
                  </a:cubicBezTo>
                  <a:cubicBezTo>
                    <a:pt x="66" y="735"/>
                    <a:pt x="90" y="747"/>
                    <a:pt x="118" y="747"/>
                  </a:cubicBezTo>
                  <a:cubicBezTo>
                    <a:pt x="122" y="747"/>
                    <a:pt x="126" y="743"/>
                    <a:pt x="134" y="743"/>
                  </a:cubicBezTo>
                  <a:cubicBezTo>
                    <a:pt x="162" y="739"/>
                    <a:pt x="191" y="723"/>
                    <a:pt x="211" y="699"/>
                  </a:cubicBezTo>
                  <a:cubicBezTo>
                    <a:pt x="600" y="184"/>
                    <a:pt x="600" y="184"/>
                    <a:pt x="600" y="184"/>
                  </a:cubicBezTo>
                  <a:cubicBezTo>
                    <a:pt x="617" y="164"/>
                    <a:pt x="625" y="140"/>
                    <a:pt x="625" y="116"/>
                  </a:cubicBezTo>
                  <a:cubicBezTo>
                    <a:pt x="625" y="52"/>
                    <a:pt x="572" y="0"/>
                    <a:pt x="508" y="0"/>
                  </a:cubicBezTo>
                  <a:moveTo>
                    <a:pt x="162" y="663"/>
                  </a:moveTo>
                  <a:lnTo>
                    <a:pt x="162" y="663"/>
                  </a:lnTo>
                  <a:cubicBezTo>
                    <a:pt x="154" y="679"/>
                    <a:pt x="142" y="683"/>
                    <a:pt x="126" y="687"/>
                  </a:cubicBezTo>
                  <a:cubicBezTo>
                    <a:pt x="110" y="691"/>
                    <a:pt x="94" y="687"/>
                    <a:pt x="82" y="675"/>
                  </a:cubicBezTo>
                  <a:cubicBezTo>
                    <a:pt x="70" y="667"/>
                    <a:pt x="62" y="651"/>
                    <a:pt x="62" y="639"/>
                  </a:cubicBezTo>
                  <a:cubicBezTo>
                    <a:pt x="58" y="622"/>
                    <a:pt x="62" y="606"/>
                    <a:pt x="70" y="594"/>
                  </a:cubicBezTo>
                  <a:cubicBezTo>
                    <a:pt x="251" y="361"/>
                    <a:pt x="251" y="361"/>
                    <a:pt x="251" y="361"/>
                  </a:cubicBezTo>
                  <a:cubicBezTo>
                    <a:pt x="343" y="430"/>
                    <a:pt x="343" y="430"/>
                    <a:pt x="343" y="430"/>
                  </a:cubicBezTo>
                  <a:lnTo>
                    <a:pt x="162" y="663"/>
                  </a:lnTo>
                  <a:moveTo>
                    <a:pt x="556" y="148"/>
                  </a:moveTo>
                  <a:lnTo>
                    <a:pt x="556" y="148"/>
                  </a:lnTo>
                  <a:cubicBezTo>
                    <a:pt x="375" y="386"/>
                    <a:pt x="375" y="386"/>
                    <a:pt x="375" y="386"/>
                  </a:cubicBezTo>
                  <a:cubicBezTo>
                    <a:pt x="287" y="313"/>
                    <a:pt x="287" y="313"/>
                    <a:pt x="287" y="313"/>
                  </a:cubicBezTo>
                  <a:cubicBezTo>
                    <a:pt x="464" y="80"/>
                    <a:pt x="464" y="80"/>
                    <a:pt x="464" y="80"/>
                  </a:cubicBezTo>
                  <a:cubicBezTo>
                    <a:pt x="476" y="64"/>
                    <a:pt x="492" y="56"/>
                    <a:pt x="508" y="56"/>
                  </a:cubicBezTo>
                  <a:cubicBezTo>
                    <a:pt x="540" y="56"/>
                    <a:pt x="568" y="84"/>
                    <a:pt x="568" y="116"/>
                  </a:cubicBezTo>
                  <a:cubicBezTo>
                    <a:pt x="568" y="128"/>
                    <a:pt x="564" y="140"/>
                    <a:pt x="556" y="148"/>
                  </a:cubicBez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9" name="Google Shape;1005;p68">
              <a:extLst>
                <a:ext uri="{FF2B5EF4-FFF2-40B4-BE49-F238E27FC236}">
                  <a16:creationId xmlns:a16="http://schemas.microsoft.com/office/drawing/2014/main" id="{790B946C-D3D8-D0F7-27C2-98CAEEAE4AB3}"/>
                </a:ext>
              </a:extLst>
            </p:cNvPr>
            <p:cNvSpPr/>
            <p:nvPr/>
          </p:nvSpPr>
          <p:spPr>
            <a:xfrm>
              <a:off x="2623327" y="3240507"/>
              <a:ext cx="155601" cy="443199"/>
            </a:xfrm>
            <a:custGeom>
              <a:avLst/>
              <a:gdLst/>
              <a:ahLst/>
              <a:cxnLst/>
              <a:rect l="l" t="t" r="r" b="b"/>
              <a:pathLst>
                <a:path w="692" h="1971" extrusionOk="0">
                  <a:moveTo>
                    <a:pt x="691" y="98"/>
                  </a:moveTo>
                  <a:lnTo>
                    <a:pt x="691" y="98"/>
                  </a:lnTo>
                  <a:cubicBezTo>
                    <a:pt x="688" y="70"/>
                    <a:pt x="671" y="42"/>
                    <a:pt x="647" y="22"/>
                  </a:cubicBezTo>
                  <a:cubicBezTo>
                    <a:pt x="595" y="-14"/>
                    <a:pt x="522" y="-6"/>
                    <a:pt x="487" y="46"/>
                  </a:cubicBezTo>
                  <a:cubicBezTo>
                    <a:pt x="64" y="596"/>
                    <a:pt x="64" y="596"/>
                    <a:pt x="64" y="596"/>
                  </a:cubicBezTo>
                  <a:cubicBezTo>
                    <a:pt x="20" y="653"/>
                    <a:pt x="0" y="721"/>
                    <a:pt x="0" y="789"/>
                  </a:cubicBezTo>
                  <a:cubicBezTo>
                    <a:pt x="0" y="1855"/>
                    <a:pt x="0" y="1855"/>
                    <a:pt x="0" y="1855"/>
                  </a:cubicBezTo>
                  <a:cubicBezTo>
                    <a:pt x="0" y="1915"/>
                    <a:pt x="44" y="1967"/>
                    <a:pt x="104" y="1971"/>
                  </a:cubicBezTo>
                  <a:cubicBezTo>
                    <a:pt x="173" y="1975"/>
                    <a:pt x="229" y="1923"/>
                    <a:pt x="229" y="1855"/>
                  </a:cubicBezTo>
                  <a:cubicBezTo>
                    <a:pt x="229" y="789"/>
                    <a:pt x="229" y="789"/>
                    <a:pt x="229" y="789"/>
                  </a:cubicBezTo>
                  <a:cubicBezTo>
                    <a:pt x="229" y="769"/>
                    <a:pt x="237" y="753"/>
                    <a:pt x="245" y="737"/>
                  </a:cubicBezTo>
                  <a:cubicBezTo>
                    <a:pt x="249" y="737"/>
                    <a:pt x="667" y="182"/>
                    <a:pt x="667" y="182"/>
                  </a:cubicBezTo>
                  <a:cubicBezTo>
                    <a:pt x="688" y="158"/>
                    <a:pt x="695" y="130"/>
                    <a:pt x="691" y="98"/>
                  </a:cubicBezTo>
                  <a:moveTo>
                    <a:pt x="201" y="701"/>
                  </a:moveTo>
                  <a:lnTo>
                    <a:pt x="201" y="701"/>
                  </a:lnTo>
                  <a:cubicBezTo>
                    <a:pt x="181" y="729"/>
                    <a:pt x="173" y="757"/>
                    <a:pt x="173" y="789"/>
                  </a:cubicBezTo>
                  <a:cubicBezTo>
                    <a:pt x="173" y="1855"/>
                    <a:pt x="173" y="1855"/>
                    <a:pt x="173" y="1855"/>
                  </a:cubicBezTo>
                  <a:cubicBezTo>
                    <a:pt x="173" y="1883"/>
                    <a:pt x="149" y="1911"/>
                    <a:pt x="121" y="1915"/>
                  </a:cubicBezTo>
                  <a:cubicBezTo>
                    <a:pt x="84" y="1919"/>
                    <a:pt x="56" y="1891"/>
                    <a:pt x="56" y="1855"/>
                  </a:cubicBezTo>
                  <a:cubicBezTo>
                    <a:pt x="56" y="789"/>
                    <a:pt x="56" y="789"/>
                    <a:pt x="56" y="789"/>
                  </a:cubicBezTo>
                  <a:cubicBezTo>
                    <a:pt x="56" y="733"/>
                    <a:pt x="76" y="677"/>
                    <a:pt x="109" y="633"/>
                  </a:cubicBezTo>
                  <a:cubicBezTo>
                    <a:pt x="318" y="359"/>
                    <a:pt x="318" y="359"/>
                    <a:pt x="318" y="359"/>
                  </a:cubicBezTo>
                  <a:cubicBezTo>
                    <a:pt x="410" y="432"/>
                    <a:pt x="410" y="432"/>
                    <a:pt x="410" y="432"/>
                  </a:cubicBezTo>
                  <a:cubicBezTo>
                    <a:pt x="306" y="564"/>
                    <a:pt x="201" y="701"/>
                    <a:pt x="201" y="701"/>
                  </a:cubicBezTo>
                  <a:moveTo>
                    <a:pt x="623" y="150"/>
                  </a:moveTo>
                  <a:lnTo>
                    <a:pt x="623" y="150"/>
                  </a:lnTo>
                  <a:cubicBezTo>
                    <a:pt x="623" y="150"/>
                    <a:pt x="539" y="259"/>
                    <a:pt x="442" y="383"/>
                  </a:cubicBezTo>
                  <a:cubicBezTo>
                    <a:pt x="350" y="315"/>
                    <a:pt x="350" y="315"/>
                    <a:pt x="350" y="315"/>
                  </a:cubicBezTo>
                  <a:cubicBezTo>
                    <a:pt x="531" y="78"/>
                    <a:pt x="531" y="78"/>
                    <a:pt x="531" y="78"/>
                  </a:cubicBezTo>
                  <a:cubicBezTo>
                    <a:pt x="543" y="66"/>
                    <a:pt x="559" y="58"/>
                    <a:pt x="575" y="58"/>
                  </a:cubicBezTo>
                  <a:cubicBezTo>
                    <a:pt x="587" y="58"/>
                    <a:pt x="599" y="62"/>
                    <a:pt x="611" y="70"/>
                  </a:cubicBezTo>
                  <a:cubicBezTo>
                    <a:pt x="623" y="78"/>
                    <a:pt x="631" y="90"/>
                    <a:pt x="635" y="106"/>
                  </a:cubicBezTo>
                  <a:cubicBezTo>
                    <a:pt x="635" y="122"/>
                    <a:pt x="631" y="138"/>
                    <a:pt x="623" y="150"/>
                  </a:cubicBez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0" name="Google Shape;1006;p68">
              <a:extLst>
                <a:ext uri="{FF2B5EF4-FFF2-40B4-BE49-F238E27FC236}">
                  <a16:creationId xmlns:a16="http://schemas.microsoft.com/office/drawing/2014/main" id="{D277838A-C045-599D-A4B5-57DCD3396412}"/>
                </a:ext>
              </a:extLst>
            </p:cNvPr>
            <p:cNvSpPr/>
            <p:nvPr/>
          </p:nvSpPr>
          <p:spPr>
            <a:xfrm>
              <a:off x="2401842" y="3279858"/>
              <a:ext cx="140311" cy="167970"/>
            </a:xfrm>
            <a:custGeom>
              <a:avLst/>
              <a:gdLst/>
              <a:ahLst/>
              <a:cxnLst/>
              <a:rect l="l" t="t" r="r" b="b"/>
              <a:pathLst>
                <a:path w="624" h="747" extrusionOk="0">
                  <a:moveTo>
                    <a:pt x="209" y="44"/>
                  </a:moveTo>
                  <a:lnTo>
                    <a:pt x="209" y="44"/>
                  </a:lnTo>
                  <a:cubicBezTo>
                    <a:pt x="185" y="15"/>
                    <a:pt x="153" y="0"/>
                    <a:pt x="117" y="0"/>
                  </a:cubicBezTo>
                  <a:cubicBezTo>
                    <a:pt x="53" y="0"/>
                    <a:pt x="0" y="52"/>
                    <a:pt x="0" y="116"/>
                  </a:cubicBezTo>
                  <a:cubicBezTo>
                    <a:pt x="0" y="140"/>
                    <a:pt x="8" y="164"/>
                    <a:pt x="24" y="184"/>
                  </a:cubicBezTo>
                  <a:cubicBezTo>
                    <a:pt x="418" y="699"/>
                    <a:pt x="418" y="699"/>
                    <a:pt x="418" y="699"/>
                  </a:cubicBezTo>
                  <a:cubicBezTo>
                    <a:pt x="434" y="723"/>
                    <a:pt x="462" y="739"/>
                    <a:pt x="494" y="743"/>
                  </a:cubicBezTo>
                  <a:cubicBezTo>
                    <a:pt x="499" y="743"/>
                    <a:pt x="503" y="747"/>
                    <a:pt x="511" y="747"/>
                  </a:cubicBezTo>
                  <a:cubicBezTo>
                    <a:pt x="535" y="747"/>
                    <a:pt x="559" y="735"/>
                    <a:pt x="579" y="723"/>
                  </a:cubicBezTo>
                  <a:cubicBezTo>
                    <a:pt x="603" y="703"/>
                    <a:pt x="619" y="675"/>
                    <a:pt x="623" y="647"/>
                  </a:cubicBezTo>
                  <a:cubicBezTo>
                    <a:pt x="627" y="614"/>
                    <a:pt x="619" y="582"/>
                    <a:pt x="599" y="558"/>
                  </a:cubicBezTo>
                  <a:lnTo>
                    <a:pt x="209" y="44"/>
                  </a:lnTo>
                  <a:moveTo>
                    <a:pt x="56" y="116"/>
                  </a:moveTo>
                  <a:lnTo>
                    <a:pt x="56" y="116"/>
                  </a:lnTo>
                  <a:cubicBezTo>
                    <a:pt x="56" y="84"/>
                    <a:pt x="85" y="56"/>
                    <a:pt x="117" y="56"/>
                  </a:cubicBezTo>
                  <a:cubicBezTo>
                    <a:pt x="133" y="56"/>
                    <a:pt x="153" y="64"/>
                    <a:pt x="161" y="80"/>
                  </a:cubicBezTo>
                  <a:cubicBezTo>
                    <a:pt x="161" y="80"/>
                    <a:pt x="249" y="193"/>
                    <a:pt x="342" y="313"/>
                  </a:cubicBezTo>
                  <a:cubicBezTo>
                    <a:pt x="249" y="386"/>
                    <a:pt x="249" y="386"/>
                    <a:pt x="249" y="386"/>
                  </a:cubicBezTo>
                  <a:cubicBezTo>
                    <a:pt x="68" y="148"/>
                    <a:pt x="68" y="148"/>
                    <a:pt x="68" y="148"/>
                  </a:cubicBezTo>
                  <a:cubicBezTo>
                    <a:pt x="65" y="140"/>
                    <a:pt x="56" y="128"/>
                    <a:pt x="56" y="116"/>
                  </a:cubicBezTo>
                  <a:moveTo>
                    <a:pt x="567" y="639"/>
                  </a:moveTo>
                  <a:lnTo>
                    <a:pt x="567" y="639"/>
                  </a:lnTo>
                  <a:cubicBezTo>
                    <a:pt x="563" y="651"/>
                    <a:pt x="555" y="667"/>
                    <a:pt x="543" y="675"/>
                  </a:cubicBezTo>
                  <a:cubicBezTo>
                    <a:pt x="531" y="687"/>
                    <a:pt x="515" y="691"/>
                    <a:pt x="503" y="687"/>
                  </a:cubicBezTo>
                  <a:cubicBezTo>
                    <a:pt x="487" y="683"/>
                    <a:pt x="471" y="679"/>
                    <a:pt x="462" y="663"/>
                  </a:cubicBezTo>
                  <a:cubicBezTo>
                    <a:pt x="286" y="430"/>
                    <a:pt x="286" y="430"/>
                    <a:pt x="286" y="430"/>
                  </a:cubicBezTo>
                  <a:cubicBezTo>
                    <a:pt x="378" y="361"/>
                    <a:pt x="378" y="361"/>
                    <a:pt x="378" y="361"/>
                  </a:cubicBezTo>
                  <a:cubicBezTo>
                    <a:pt x="467" y="482"/>
                    <a:pt x="555" y="594"/>
                    <a:pt x="555" y="594"/>
                  </a:cubicBezTo>
                  <a:cubicBezTo>
                    <a:pt x="563" y="606"/>
                    <a:pt x="567" y="622"/>
                    <a:pt x="567" y="639"/>
                  </a:cubicBez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 name="Google Shape;1007;p68">
              <a:extLst>
                <a:ext uri="{FF2B5EF4-FFF2-40B4-BE49-F238E27FC236}">
                  <a16:creationId xmlns:a16="http://schemas.microsoft.com/office/drawing/2014/main" id="{FA5DC4DD-3866-9D06-7DDF-FBCBE20277C1}"/>
                </a:ext>
              </a:extLst>
            </p:cNvPr>
            <p:cNvSpPr/>
            <p:nvPr/>
          </p:nvSpPr>
          <p:spPr>
            <a:xfrm>
              <a:off x="2453560" y="3240283"/>
              <a:ext cx="156276" cy="443424"/>
            </a:xfrm>
            <a:custGeom>
              <a:avLst/>
              <a:gdLst/>
              <a:ahLst/>
              <a:cxnLst/>
              <a:rect l="l" t="t" r="r" b="b"/>
              <a:pathLst>
                <a:path w="695" h="1972" extrusionOk="0">
                  <a:moveTo>
                    <a:pt x="208" y="47"/>
                  </a:moveTo>
                  <a:lnTo>
                    <a:pt x="208" y="47"/>
                  </a:lnTo>
                  <a:cubicBezTo>
                    <a:pt x="168" y="-10"/>
                    <a:pt x="84" y="-17"/>
                    <a:pt x="31" y="35"/>
                  </a:cubicBezTo>
                  <a:cubicBezTo>
                    <a:pt x="19" y="51"/>
                    <a:pt x="11" y="67"/>
                    <a:pt x="3" y="83"/>
                  </a:cubicBezTo>
                  <a:cubicBezTo>
                    <a:pt x="-5" y="119"/>
                    <a:pt x="3" y="155"/>
                    <a:pt x="23" y="183"/>
                  </a:cubicBezTo>
                  <a:cubicBezTo>
                    <a:pt x="220" y="445"/>
                    <a:pt x="220" y="445"/>
                    <a:pt x="220" y="445"/>
                  </a:cubicBezTo>
                  <a:cubicBezTo>
                    <a:pt x="232" y="457"/>
                    <a:pt x="249" y="457"/>
                    <a:pt x="261" y="449"/>
                  </a:cubicBezTo>
                  <a:cubicBezTo>
                    <a:pt x="377" y="360"/>
                    <a:pt x="377" y="360"/>
                    <a:pt x="377" y="360"/>
                  </a:cubicBezTo>
                  <a:cubicBezTo>
                    <a:pt x="586" y="634"/>
                    <a:pt x="586" y="634"/>
                    <a:pt x="586" y="634"/>
                  </a:cubicBezTo>
                  <a:cubicBezTo>
                    <a:pt x="618" y="678"/>
                    <a:pt x="638" y="734"/>
                    <a:pt x="638" y="790"/>
                  </a:cubicBezTo>
                  <a:cubicBezTo>
                    <a:pt x="638" y="1856"/>
                    <a:pt x="638" y="1856"/>
                    <a:pt x="638" y="1856"/>
                  </a:cubicBezTo>
                  <a:cubicBezTo>
                    <a:pt x="638" y="1884"/>
                    <a:pt x="614" y="1912"/>
                    <a:pt x="586" y="1916"/>
                  </a:cubicBezTo>
                  <a:cubicBezTo>
                    <a:pt x="550" y="1920"/>
                    <a:pt x="522" y="1892"/>
                    <a:pt x="522" y="1856"/>
                  </a:cubicBezTo>
                  <a:cubicBezTo>
                    <a:pt x="522" y="790"/>
                    <a:pt x="522" y="790"/>
                    <a:pt x="522" y="790"/>
                  </a:cubicBezTo>
                  <a:cubicBezTo>
                    <a:pt x="522" y="758"/>
                    <a:pt x="510" y="730"/>
                    <a:pt x="494" y="702"/>
                  </a:cubicBezTo>
                  <a:cubicBezTo>
                    <a:pt x="490" y="702"/>
                    <a:pt x="454" y="650"/>
                    <a:pt x="397" y="577"/>
                  </a:cubicBezTo>
                  <a:cubicBezTo>
                    <a:pt x="337" y="501"/>
                    <a:pt x="337" y="501"/>
                    <a:pt x="337" y="501"/>
                  </a:cubicBezTo>
                  <a:cubicBezTo>
                    <a:pt x="329" y="489"/>
                    <a:pt x="313" y="485"/>
                    <a:pt x="301" y="493"/>
                  </a:cubicBezTo>
                  <a:cubicBezTo>
                    <a:pt x="285" y="501"/>
                    <a:pt x="281" y="521"/>
                    <a:pt x="293" y="533"/>
                  </a:cubicBezTo>
                  <a:cubicBezTo>
                    <a:pt x="353" y="614"/>
                    <a:pt x="353" y="614"/>
                    <a:pt x="353" y="614"/>
                  </a:cubicBezTo>
                  <a:cubicBezTo>
                    <a:pt x="425" y="714"/>
                    <a:pt x="445" y="738"/>
                    <a:pt x="445" y="738"/>
                  </a:cubicBezTo>
                  <a:cubicBezTo>
                    <a:pt x="457" y="754"/>
                    <a:pt x="465" y="770"/>
                    <a:pt x="465" y="790"/>
                  </a:cubicBezTo>
                  <a:cubicBezTo>
                    <a:pt x="465" y="1856"/>
                    <a:pt x="465" y="1856"/>
                    <a:pt x="465" y="1856"/>
                  </a:cubicBezTo>
                  <a:cubicBezTo>
                    <a:pt x="465" y="1916"/>
                    <a:pt x="510" y="1968"/>
                    <a:pt x="570" y="1972"/>
                  </a:cubicBezTo>
                  <a:cubicBezTo>
                    <a:pt x="638" y="1976"/>
                    <a:pt x="695" y="1924"/>
                    <a:pt x="695" y="1856"/>
                  </a:cubicBezTo>
                  <a:cubicBezTo>
                    <a:pt x="695" y="790"/>
                    <a:pt x="695" y="790"/>
                    <a:pt x="695" y="790"/>
                  </a:cubicBezTo>
                  <a:cubicBezTo>
                    <a:pt x="695" y="722"/>
                    <a:pt x="671" y="654"/>
                    <a:pt x="630" y="597"/>
                  </a:cubicBezTo>
                  <a:lnTo>
                    <a:pt x="208" y="47"/>
                  </a:lnTo>
                  <a:moveTo>
                    <a:pt x="249" y="384"/>
                  </a:moveTo>
                  <a:lnTo>
                    <a:pt x="249" y="384"/>
                  </a:lnTo>
                  <a:cubicBezTo>
                    <a:pt x="72" y="151"/>
                    <a:pt x="72" y="151"/>
                    <a:pt x="72" y="151"/>
                  </a:cubicBezTo>
                  <a:cubicBezTo>
                    <a:pt x="60" y="139"/>
                    <a:pt x="56" y="123"/>
                    <a:pt x="60" y="107"/>
                  </a:cubicBezTo>
                  <a:cubicBezTo>
                    <a:pt x="60" y="91"/>
                    <a:pt x="68" y="79"/>
                    <a:pt x="80" y="71"/>
                  </a:cubicBezTo>
                  <a:cubicBezTo>
                    <a:pt x="92" y="63"/>
                    <a:pt x="104" y="59"/>
                    <a:pt x="116" y="59"/>
                  </a:cubicBezTo>
                  <a:cubicBezTo>
                    <a:pt x="132" y="59"/>
                    <a:pt x="152" y="67"/>
                    <a:pt x="160" y="79"/>
                  </a:cubicBezTo>
                  <a:cubicBezTo>
                    <a:pt x="341" y="316"/>
                    <a:pt x="341" y="316"/>
                    <a:pt x="341" y="316"/>
                  </a:cubicBezTo>
                  <a:lnTo>
                    <a:pt x="249" y="384"/>
                  </a:ln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14" name="TextBox 13">
            <a:extLst>
              <a:ext uri="{FF2B5EF4-FFF2-40B4-BE49-F238E27FC236}">
                <a16:creationId xmlns:a16="http://schemas.microsoft.com/office/drawing/2014/main" id="{8529AB0B-BA5E-512B-4C88-3803329C0126}"/>
              </a:ext>
            </a:extLst>
          </p:cNvPr>
          <p:cNvSpPr txBox="1"/>
          <p:nvPr/>
        </p:nvSpPr>
        <p:spPr>
          <a:xfrm>
            <a:off x="892709" y="4456109"/>
            <a:ext cx="7679617" cy="523220"/>
          </a:xfrm>
          <a:prstGeom prst="rect">
            <a:avLst/>
          </a:prstGeom>
          <a:noFill/>
        </p:spPr>
        <p:txBody>
          <a:bodyPr wrap="square" rtlCol="0">
            <a:spAutoFit/>
          </a:bodyPr>
          <a:lstStyle/>
          <a:p>
            <a:r>
              <a:rPr lang="en-IN" dirty="0">
                <a:solidFill>
                  <a:schemeClr val="tx1"/>
                </a:solidFill>
              </a:rPr>
              <a:t>The  differential genes can be used as a Marker in diagnostics </a:t>
            </a:r>
          </a:p>
          <a:p>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9">
          <a:extLst>
            <a:ext uri="{FF2B5EF4-FFF2-40B4-BE49-F238E27FC236}">
              <a16:creationId xmlns:a16="http://schemas.microsoft.com/office/drawing/2014/main" id="{3F159D55-853C-06BB-DC00-57818F193CDE}"/>
            </a:ext>
          </a:extLst>
        </p:cNvPr>
        <p:cNvGrpSpPr/>
        <p:nvPr/>
      </p:nvGrpSpPr>
      <p:grpSpPr>
        <a:xfrm>
          <a:off x="0" y="0"/>
          <a:ext cx="0" cy="0"/>
          <a:chOff x="0" y="0"/>
          <a:chExt cx="0" cy="0"/>
        </a:xfrm>
      </p:grpSpPr>
      <p:sp>
        <p:nvSpPr>
          <p:cNvPr id="270" name="Google Shape;270;p40">
            <a:extLst>
              <a:ext uri="{FF2B5EF4-FFF2-40B4-BE49-F238E27FC236}">
                <a16:creationId xmlns:a16="http://schemas.microsoft.com/office/drawing/2014/main" id="{C77AA0DA-736F-EFDB-96E4-9C5592D33953}"/>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4">
                    <a:lumMod val="60000"/>
                    <a:lumOff val="40000"/>
                  </a:schemeClr>
                </a:solidFill>
              </a:rPr>
              <a:t>WERE QUESTIONS ANSWERED ?</a:t>
            </a:r>
            <a:endParaRPr dirty="0">
              <a:solidFill>
                <a:schemeClr val="accent4">
                  <a:lumMod val="60000"/>
                  <a:lumOff val="40000"/>
                </a:schemeClr>
              </a:solidFill>
            </a:endParaRPr>
          </a:p>
        </p:txBody>
      </p:sp>
      <p:sp>
        <p:nvSpPr>
          <p:cNvPr id="271" name="Google Shape;271;p40">
            <a:extLst>
              <a:ext uri="{FF2B5EF4-FFF2-40B4-BE49-F238E27FC236}">
                <a16:creationId xmlns:a16="http://schemas.microsoft.com/office/drawing/2014/main" id="{B011DAB6-B9DF-2BD7-F582-A990F8723B0A}"/>
              </a:ext>
            </a:extLst>
          </p:cNvPr>
          <p:cNvSpPr txBox="1">
            <a:spLocks noGrp="1"/>
          </p:cNvSpPr>
          <p:nvPr>
            <p:ph type="subTitle" idx="1"/>
          </p:nvPr>
        </p:nvSpPr>
        <p:spPr>
          <a:xfrm>
            <a:off x="5109604" y="2416719"/>
            <a:ext cx="3494573" cy="1606500"/>
          </a:xfrm>
          <a:prstGeom prst="rect">
            <a:avLst/>
          </a:prstGeom>
        </p:spPr>
        <p:txBody>
          <a:bodyPr spcFirstLastPara="1" wrap="square" lIns="91425" tIns="91425" rIns="91425" bIns="91425" anchor="t" anchorCtr="0">
            <a:noAutofit/>
          </a:bodyPr>
          <a:lstStyle/>
          <a:p>
            <a:pPr marL="171450" lvl="0" indent="-171450" algn="l" rtl="0">
              <a:lnSpc>
                <a:spcPct val="250000"/>
              </a:lnSpc>
              <a:spcBef>
                <a:spcPts val="0"/>
              </a:spcBef>
              <a:spcAft>
                <a:spcPts val="0"/>
              </a:spcAf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Yes</a:t>
            </a:r>
          </a:p>
          <a:p>
            <a:pPr marL="171450" lvl="0" indent="-171450" algn="l" rtl="0">
              <a:lnSpc>
                <a:spcPct val="250000"/>
              </a:lnSpc>
              <a:spcBef>
                <a:spcPts val="0"/>
              </a:spcBef>
              <a:spcAft>
                <a:spcPts val="0"/>
              </a:spcAf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The Genes were seen across Cell types</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Neuteophils</a:t>
            </a:r>
            <a:r>
              <a:rPr lang="en-IN" b="1" dirty="0">
                <a:latin typeface="Times New Roman" panose="02020603050405020304" pitchFamily="18" charset="0"/>
                <a:cs typeface="Times New Roman" panose="02020603050405020304" pitchFamily="18" charset="0"/>
              </a:rPr>
              <a:t>  And  Monocytes)</a:t>
            </a:r>
            <a:endParaRPr b="1" dirty="0">
              <a:latin typeface="Times New Roman" panose="02020603050405020304" pitchFamily="18" charset="0"/>
              <a:cs typeface="Times New Roman" panose="02020603050405020304" pitchFamily="18" charset="0"/>
            </a:endParaRPr>
          </a:p>
        </p:txBody>
      </p:sp>
      <p:sp>
        <p:nvSpPr>
          <p:cNvPr id="272" name="Google Shape;272;p40">
            <a:extLst>
              <a:ext uri="{FF2B5EF4-FFF2-40B4-BE49-F238E27FC236}">
                <a16:creationId xmlns:a16="http://schemas.microsoft.com/office/drawing/2014/main" id="{CDE7A183-DCB3-3CCD-6A6D-4294FDDEE25E}"/>
              </a:ext>
            </a:extLst>
          </p:cNvPr>
          <p:cNvSpPr txBox="1">
            <a:spLocks noGrp="1"/>
          </p:cNvSpPr>
          <p:nvPr>
            <p:ph type="subTitle" idx="2"/>
          </p:nvPr>
        </p:nvSpPr>
        <p:spPr>
          <a:xfrm>
            <a:off x="1532383" y="2439575"/>
            <a:ext cx="3933517" cy="1606500"/>
          </a:xfrm>
          <a:prstGeom prst="rect">
            <a:avLst/>
          </a:prstGeom>
        </p:spPr>
        <p:txBody>
          <a:bodyPr spcFirstLastPara="1" wrap="square" lIns="91425" tIns="91425" rIns="91425" bIns="91425" anchor="t" anchorCtr="0">
            <a:noAutofit/>
          </a:bodyPr>
          <a:lstStyle/>
          <a:p>
            <a:pPr>
              <a:lnSpc>
                <a:spcPct val="2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Yes</a:t>
            </a:r>
          </a:p>
          <a:p>
            <a:pPr>
              <a:lnSpc>
                <a:spcPct val="2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Families Like OAS, IFI  are seen </a:t>
            </a:r>
          </a:p>
          <a:p>
            <a:pPr>
              <a:lnSpc>
                <a:spcPct val="2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273" name="Google Shape;273;p40">
            <a:extLst>
              <a:ext uri="{FF2B5EF4-FFF2-40B4-BE49-F238E27FC236}">
                <a16:creationId xmlns:a16="http://schemas.microsoft.com/office/drawing/2014/main" id="{4BA45573-1507-F44E-269E-651F6D45448E}"/>
              </a:ext>
            </a:extLst>
          </p:cNvPr>
          <p:cNvSpPr txBox="1">
            <a:spLocks noGrp="1"/>
          </p:cNvSpPr>
          <p:nvPr>
            <p:ph type="subTitle" idx="3"/>
          </p:nvPr>
        </p:nvSpPr>
        <p:spPr>
          <a:xfrm>
            <a:off x="1971301" y="1982375"/>
            <a:ext cx="232230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Question 1</a:t>
            </a:r>
            <a:endParaRPr dirty="0"/>
          </a:p>
        </p:txBody>
      </p:sp>
      <p:sp>
        <p:nvSpPr>
          <p:cNvPr id="274" name="Google Shape;274;p40">
            <a:extLst>
              <a:ext uri="{FF2B5EF4-FFF2-40B4-BE49-F238E27FC236}">
                <a16:creationId xmlns:a16="http://schemas.microsoft.com/office/drawing/2014/main" id="{EAD6DB1B-E803-DD14-BC29-349A1B2FAD60}"/>
              </a:ext>
            </a:extLst>
          </p:cNvPr>
          <p:cNvSpPr txBox="1">
            <a:spLocks noGrp="1"/>
          </p:cNvSpPr>
          <p:nvPr>
            <p:ph type="subTitle" idx="4"/>
          </p:nvPr>
        </p:nvSpPr>
        <p:spPr>
          <a:xfrm>
            <a:off x="5313497" y="1982375"/>
            <a:ext cx="3342151"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Question 2</a:t>
            </a:r>
            <a:endParaRPr dirty="0"/>
          </a:p>
        </p:txBody>
      </p:sp>
      <p:cxnSp>
        <p:nvCxnSpPr>
          <p:cNvPr id="275" name="Google Shape;275;p40">
            <a:extLst>
              <a:ext uri="{FF2B5EF4-FFF2-40B4-BE49-F238E27FC236}">
                <a16:creationId xmlns:a16="http://schemas.microsoft.com/office/drawing/2014/main" id="{63A45088-2043-8850-DCDF-406A5635AF91}"/>
              </a:ext>
            </a:extLst>
          </p:cNvPr>
          <p:cNvCxnSpPr>
            <a:cxnSpLocks/>
          </p:cNvCxnSpPr>
          <p:nvPr/>
        </p:nvCxnSpPr>
        <p:spPr>
          <a:xfrm flipH="1">
            <a:off x="5313497" y="1966200"/>
            <a:ext cx="3" cy="2301000"/>
          </a:xfrm>
          <a:prstGeom prst="straightConnector1">
            <a:avLst/>
          </a:prstGeom>
          <a:noFill/>
          <a:ln w="9525" cap="flat" cmpd="sng">
            <a:solidFill>
              <a:schemeClr val="dk1"/>
            </a:solidFill>
            <a:prstDash val="solid"/>
            <a:round/>
            <a:headEnd type="none" w="med" len="med"/>
            <a:tailEnd type="none" w="med" len="med"/>
          </a:ln>
        </p:spPr>
      </p:cxnSp>
      <p:cxnSp>
        <p:nvCxnSpPr>
          <p:cNvPr id="276" name="Google Shape;276;p40">
            <a:extLst>
              <a:ext uri="{FF2B5EF4-FFF2-40B4-BE49-F238E27FC236}">
                <a16:creationId xmlns:a16="http://schemas.microsoft.com/office/drawing/2014/main" id="{E7DA6C47-27BF-54BF-C113-2658B6E6028E}"/>
              </a:ext>
            </a:extLst>
          </p:cNvPr>
          <p:cNvCxnSpPr>
            <a:cxnSpLocks/>
          </p:cNvCxnSpPr>
          <p:nvPr/>
        </p:nvCxnSpPr>
        <p:spPr>
          <a:xfrm>
            <a:off x="1971300" y="1966200"/>
            <a:ext cx="1" cy="2301000"/>
          </a:xfrm>
          <a:prstGeom prst="straightConnector1">
            <a:avLst/>
          </a:prstGeom>
          <a:noFill/>
          <a:ln w="9525" cap="flat" cmpd="sng">
            <a:solidFill>
              <a:schemeClr val="dk1"/>
            </a:solidFill>
            <a:prstDash val="solid"/>
            <a:round/>
            <a:headEnd type="none" w="med" len="med"/>
            <a:tailEnd type="none" w="med" len="med"/>
          </a:ln>
        </p:spPr>
      </p:cxnSp>
      <p:grpSp>
        <p:nvGrpSpPr>
          <p:cNvPr id="2" name="Google Shape;937;p68">
            <a:extLst>
              <a:ext uri="{FF2B5EF4-FFF2-40B4-BE49-F238E27FC236}">
                <a16:creationId xmlns:a16="http://schemas.microsoft.com/office/drawing/2014/main" id="{857C13B2-05FE-60CC-8F65-36FB56B40179}"/>
              </a:ext>
            </a:extLst>
          </p:cNvPr>
          <p:cNvGrpSpPr/>
          <p:nvPr/>
        </p:nvGrpSpPr>
        <p:grpSpPr>
          <a:xfrm>
            <a:off x="1331233" y="2017741"/>
            <a:ext cx="443869" cy="443424"/>
            <a:chOff x="1837900" y="2594936"/>
            <a:chExt cx="443869" cy="443424"/>
          </a:xfrm>
        </p:grpSpPr>
        <p:sp>
          <p:nvSpPr>
            <p:cNvPr id="3" name="Google Shape;938;p68">
              <a:extLst>
                <a:ext uri="{FF2B5EF4-FFF2-40B4-BE49-F238E27FC236}">
                  <a16:creationId xmlns:a16="http://schemas.microsoft.com/office/drawing/2014/main" id="{BC3EE2D9-4F2A-8965-D1A1-8B453C13B89A}"/>
                </a:ext>
              </a:extLst>
            </p:cNvPr>
            <p:cNvSpPr/>
            <p:nvPr/>
          </p:nvSpPr>
          <p:spPr>
            <a:xfrm>
              <a:off x="2068379" y="2650926"/>
              <a:ext cx="99387" cy="213842"/>
            </a:xfrm>
            <a:custGeom>
              <a:avLst/>
              <a:gdLst/>
              <a:ahLst/>
              <a:cxnLst/>
              <a:rect l="l" t="t" r="r" b="b"/>
              <a:pathLst>
                <a:path w="442" h="951" extrusionOk="0">
                  <a:moveTo>
                    <a:pt x="422" y="28"/>
                  </a:moveTo>
                  <a:lnTo>
                    <a:pt x="422" y="28"/>
                  </a:lnTo>
                  <a:cubicBezTo>
                    <a:pt x="342" y="-36"/>
                    <a:pt x="249" y="20"/>
                    <a:pt x="249" y="96"/>
                  </a:cubicBezTo>
                  <a:cubicBezTo>
                    <a:pt x="249" y="241"/>
                    <a:pt x="249" y="241"/>
                    <a:pt x="249" y="241"/>
                  </a:cubicBezTo>
                  <a:cubicBezTo>
                    <a:pt x="249" y="257"/>
                    <a:pt x="241" y="269"/>
                    <a:pt x="229" y="273"/>
                  </a:cubicBezTo>
                  <a:cubicBezTo>
                    <a:pt x="209" y="277"/>
                    <a:pt x="193" y="261"/>
                    <a:pt x="193" y="245"/>
                  </a:cubicBezTo>
                  <a:cubicBezTo>
                    <a:pt x="193" y="76"/>
                    <a:pt x="193" y="76"/>
                    <a:pt x="193" y="76"/>
                  </a:cubicBezTo>
                  <a:cubicBezTo>
                    <a:pt x="193" y="60"/>
                    <a:pt x="185" y="40"/>
                    <a:pt x="173" y="28"/>
                  </a:cubicBezTo>
                  <a:cubicBezTo>
                    <a:pt x="92" y="-36"/>
                    <a:pt x="0" y="20"/>
                    <a:pt x="0" y="96"/>
                  </a:cubicBezTo>
                  <a:cubicBezTo>
                    <a:pt x="0" y="273"/>
                    <a:pt x="0" y="273"/>
                    <a:pt x="0" y="273"/>
                  </a:cubicBezTo>
                  <a:cubicBezTo>
                    <a:pt x="0" y="297"/>
                    <a:pt x="12" y="321"/>
                    <a:pt x="28" y="341"/>
                  </a:cubicBezTo>
                  <a:cubicBezTo>
                    <a:pt x="96" y="410"/>
                    <a:pt x="96" y="410"/>
                    <a:pt x="96" y="410"/>
                  </a:cubicBezTo>
                  <a:cubicBezTo>
                    <a:pt x="28" y="474"/>
                    <a:pt x="28" y="474"/>
                    <a:pt x="28" y="474"/>
                  </a:cubicBezTo>
                  <a:cubicBezTo>
                    <a:pt x="12" y="494"/>
                    <a:pt x="0" y="518"/>
                    <a:pt x="0" y="546"/>
                  </a:cubicBezTo>
                  <a:cubicBezTo>
                    <a:pt x="0" y="876"/>
                    <a:pt x="0" y="876"/>
                    <a:pt x="0" y="876"/>
                  </a:cubicBezTo>
                  <a:cubicBezTo>
                    <a:pt x="0" y="892"/>
                    <a:pt x="8" y="911"/>
                    <a:pt x="20" y="919"/>
                  </a:cubicBezTo>
                  <a:cubicBezTo>
                    <a:pt x="100" y="988"/>
                    <a:pt x="193" y="931"/>
                    <a:pt x="193" y="856"/>
                  </a:cubicBezTo>
                  <a:cubicBezTo>
                    <a:pt x="193" y="575"/>
                    <a:pt x="193" y="575"/>
                    <a:pt x="193" y="575"/>
                  </a:cubicBezTo>
                  <a:cubicBezTo>
                    <a:pt x="193" y="563"/>
                    <a:pt x="201" y="551"/>
                    <a:pt x="213" y="546"/>
                  </a:cubicBezTo>
                  <a:cubicBezTo>
                    <a:pt x="233" y="542"/>
                    <a:pt x="249" y="554"/>
                    <a:pt x="249" y="575"/>
                  </a:cubicBezTo>
                  <a:cubicBezTo>
                    <a:pt x="249" y="876"/>
                    <a:pt x="249" y="876"/>
                    <a:pt x="249" y="876"/>
                  </a:cubicBezTo>
                  <a:cubicBezTo>
                    <a:pt x="249" y="892"/>
                    <a:pt x="261" y="911"/>
                    <a:pt x="273" y="919"/>
                  </a:cubicBezTo>
                  <a:cubicBezTo>
                    <a:pt x="354" y="988"/>
                    <a:pt x="442" y="931"/>
                    <a:pt x="442" y="856"/>
                  </a:cubicBezTo>
                  <a:cubicBezTo>
                    <a:pt x="442" y="546"/>
                    <a:pt x="442" y="546"/>
                    <a:pt x="442" y="546"/>
                  </a:cubicBezTo>
                  <a:cubicBezTo>
                    <a:pt x="442" y="518"/>
                    <a:pt x="434" y="494"/>
                    <a:pt x="414" y="474"/>
                  </a:cubicBezTo>
                  <a:cubicBezTo>
                    <a:pt x="346" y="410"/>
                    <a:pt x="346" y="410"/>
                    <a:pt x="346" y="410"/>
                  </a:cubicBezTo>
                  <a:cubicBezTo>
                    <a:pt x="414" y="341"/>
                    <a:pt x="414" y="341"/>
                    <a:pt x="414" y="341"/>
                  </a:cubicBezTo>
                  <a:cubicBezTo>
                    <a:pt x="434" y="321"/>
                    <a:pt x="442" y="297"/>
                    <a:pt x="442" y="273"/>
                  </a:cubicBezTo>
                  <a:cubicBezTo>
                    <a:pt x="442" y="76"/>
                    <a:pt x="442" y="76"/>
                    <a:pt x="442" y="76"/>
                  </a:cubicBezTo>
                  <a:cubicBezTo>
                    <a:pt x="442" y="60"/>
                    <a:pt x="434" y="40"/>
                    <a:pt x="422" y="28"/>
                  </a:cubicBezTo>
                  <a:moveTo>
                    <a:pt x="386" y="273"/>
                  </a:moveTo>
                  <a:lnTo>
                    <a:pt x="386" y="273"/>
                  </a:lnTo>
                  <a:cubicBezTo>
                    <a:pt x="386" y="281"/>
                    <a:pt x="382" y="293"/>
                    <a:pt x="374" y="301"/>
                  </a:cubicBezTo>
                  <a:cubicBezTo>
                    <a:pt x="285" y="390"/>
                    <a:pt x="285" y="390"/>
                    <a:pt x="285" y="390"/>
                  </a:cubicBezTo>
                  <a:cubicBezTo>
                    <a:pt x="273" y="398"/>
                    <a:pt x="273" y="418"/>
                    <a:pt x="285" y="430"/>
                  </a:cubicBezTo>
                  <a:cubicBezTo>
                    <a:pt x="374" y="518"/>
                    <a:pt x="374" y="518"/>
                    <a:pt x="374" y="518"/>
                  </a:cubicBezTo>
                  <a:cubicBezTo>
                    <a:pt x="382" y="522"/>
                    <a:pt x="386" y="534"/>
                    <a:pt x="386" y="546"/>
                  </a:cubicBezTo>
                  <a:cubicBezTo>
                    <a:pt x="386" y="868"/>
                    <a:pt x="386" y="868"/>
                    <a:pt x="386" y="868"/>
                  </a:cubicBezTo>
                  <a:cubicBezTo>
                    <a:pt x="386" y="872"/>
                    <a:pt x="382" y="876"/>
                    <a:pt x="382" y="880"/>
                  </a:cubicBezTo>
                  <a:cubicBezTo>
                    <a:pt x="346" y="911"/>
                    <a:pt x="310" y="888"/>
                    <a:pt x="310" y="856"/>
                  </a:cubicBezTo>
                  <a:cubicBezTo>
                    <a:pt x="310" y="575"/>
                    <a:pt x="310" y="575"/>
                    <a:pt x="310" y="575"/>
                  </a:cubicBezTo>
                  <a:cubicBezTo>
                    <a:pt x="310" y="531"/>
                    <a:pt x="273" y="490"/>
                    <a:pt x="229" y="486"/>
                  </a:cubicBezTo>
                  <a:cubicBezTo>
                    <a:pt x="177" y="482"/>
                    <a:pt x="137" y="522"/>
                    <a:pt x="137" y="575"/>
                  </a:cubicBezTo>
                  <a:cubicBezTo>
                    <a:pt x="137" y="868"/>
                    <a:pt x="137" y="868"/>
                    <a:pt x="137" y="868"/>
                  </a:cubicBezTo>
                  <a:cubicBezTo>
                    <a:pt x="137" y="872"/>
                    <a:pt x="133" y="876"/>
                    <a:pt x="129" y="880"/>
                  </a:cubicBezTo>
                  <a:cubicBezTo>
                    <a:pt x="96" y="911"/>
                    <a:pt x="56" y="888"/>
                    <a:pt x="56" y="856"/>
                  </a:cubicBezTo>
                  <a:cubicBezTo>
                    <a:pt x="56" y="546"/>
                    <a:pt x="56" y="546"/>
                    <a:pt x="56" y="546"/>
                  </a:cubicBezTo>
                  <a:cubicBezTo>
                    <a:pt x="56" y="534"/>
                    <a:pt x="60" y="522"/>
                    <a:pt x="68" y="518"/>
                  </a:cubicBezTo>
                  <a:cubicBezTo>
                    <a:pt x="157" y="430"/>
                    <a:pt x="157" y="430"/>
                    <a:pt x="157" y="430"/>
                  </a:cubicBezTo>
                  <a:cubicBezTo>
                    <a:pt x="169" y="418"/>
                    <a:pt x="169" y="398"/>
                    <a:pt x="157" y="390"/>
                  </a:cubicBezTo>
                  <a:cubicBezTo>
                    <a:pt x="68" y="301"/>
                    <a:pt x="68" y="301"/>
                    <a:pt x="68" y="301"/>
                  </a:cubicBezTo>
                  <a:cubicBezTo>
                    <a:pt x="60" y="293"/>
                    <a:pt x="56" y="281"/>
                    <a:pt x="56" y="273"/>
                  </a:cubicBezTo>
                  <a:cubicBezTo>
                    <a:pt x="56" y="84"/>
                    <a:pt x="56" y="84"/>
                    <a:pt x="56" y="84"/>
                  </a:cubicBezTo>
                  <a:cubicBezTo>
                    <a:pt x="56" y="80"/>
                    <a:pt x="60" y="76"/>
                    <a:pt x="60" y="72"/>
                  </a:cubicBezTo>
                  <a:cubicBezTo>
                    <a:pt x="96" y="40"/>
                    <a:pt x="137" y="64"/>
                    <a:pt x="137" y="96"/>
                  </a:cubicBezTo>
                  <a:cubicBezTo>
                    <a:pt x="137" y="241"/>
                    <a:pt x="137" y="241"/>
                    <a:pt x="137" y="241"/>
                  </a:cubicBezTo>
                  <a:cubicBezTo>
                    <a:pt x="137" y="285"/>
                    <a:pt x="169" y="325"/>
                    <a:pt x="213" y="329"/>
                  </a:cubicBezTo>
                  <a:cubicBezTo>
                    <a:pt x="265" y="333"/>
                    <a:pt x="310" y="293"/>
                    <a:pt x="310" y="245"/>
                  </a:cubicBezTo>
                  <a:cubicBezTo>
                    <a:pt x="310" y="84"/>
                    <a:pt x="310" y="84"/>
                    <a:pt x="310" y="84"/>
                  </a:cubicBezTo>
                  <a:cubicBezTo>
                    <a:pt x="310" y="80"/>
                    <a:pt x="310" y="76"/>
                    <a:pt x="314" y="72"/>
                  </a:cubicBezTo>
                  <a:cubicBezTo>
                    <a:pt x="346" y="40"/>
                    <a:pt x="386" y="64"/>
                    <a:pt x="386" y="96"/>
                  </a:cubicBezTo>
                  <a:lnTo>
                    <a:pt x="386" y="273"/>
                  </a:ln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 name="Google Shape;939;p68">
              <a:extLst>
                <a:ext uri="{FF2B5EF4-FFF2-40B4-BE49-F238E27FC236}">
                  <a16:creationId xmlns:a16="http://schemas.microsoft.com/office/drawing/2014/main" id="{A0118E99-4AB7-C337-C744-22587B3C83F6}"/>
                </a:ext>
              </a:extLst>
            </p:cNvPr>
            <p:cNvSpPr/>
            <p:nvPr/>
          </p:nvSpPr>
          <p:spPr>
            <a:xfrm>
              <a:off x="1980684" y="2621020"/>
              <a:ext cx="274776" cy="273655"/>
            </a:xfrm>
            <a:custGeom>
              <a:avLst/>
              <a:gdLst/>
              <a:ahLst/>
              <a:cxnLst/>
              <a:rect l="l" t="t" r="r" b="b"/>
              <a:pathLst>
                <a:path w="1222" h="1217" extrusionOk="0">
                  <a:moveTo>
                    <a:pt x="611" y="0"/>
                  </a:moveTo>
                  <a:lnTo>
                    <a:pt x="611" y="0"/>
                  </a:lnTo>
                  <a:cubicBezTo>
                    <a:pt x="273" y="0"/>
                    <a:pt x="0" y="273"/>
                    <a:pt x="0" y="607"/>
                  </a:cubicBezTo>
                  <a:cubicBezTo>
                    <a:pt x="0" y="945"/>
                    <a:pt x="273" y="1217"/>
                    <a:pt x="611" y="1217"/>
                  </a:cubicBezTo>
                  <a:cubicBezTo>
                    <a:pt x="949" y="1217"/>
                    <a:pt x="1222" y="945"/>
                    <a:pt x="1222" y="607"/>
                  </a:cubicBezTo>
                  <a:cubicBezTo>
                    <a:pt x="1222" y="273"/>
                    <a:pt x="949" y="0"/>
                    <a:pt x="611" y="0"/>
                  </a:cubicBezTo>
                  <a:moveTo>
                    <a:pt x="611" y="1161"/>
                  </a:moveTo>
                  <a:lnTo>
                    <a:pt x="611" y="1161"/>
                  </a:lnTo>
                  <a:cubicBezTo>
                    <a:pt x="306" y="1161"/>
                    <a:pt x="56" y="912"/>
                    <a:pt x="56" y="607"/>
                  </a:cubicBezTo>
                  <a:cubicBezTo>
                    <a:pt x="56" y="305"/>
                    <a:pt x="306" y="57"/>
                    <a:pt x="611" y="57"/>
                  </a:cubicBezTo>
                  <a:cubicBezTo>
                    <a:pt x="917" y="57"/>
                    <a:pt x="1166" y="305"/>
                    <a:pt x="1166" y="607"/>
                  </a:cubicBezTo>
                  <a:cubicBezTo>
                    <a:pt x="1166" y="912"/>
                    <a:pt x="917" y="1161"/>
                    <a:pt x="611" y="1161"/>
                  </a:cubicBez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5" name="Google Shape;940;p68">
              <a:extLst>
                <a:ext uri="{FF2B5EF4-FFF2-40B4-BE49-F238E27FC236}">
                  <a16:creationId xmlns:a16="http://schemas.microsoft.com/office/drawing/2014/main" id="{BB2799E4-5EE6-1000-1E89-81AE8145EA68}"/>
                </a:ext>
              </a:extLst>
            </p:cNvPr>
            <p:cNvSpPr/>
            <p:nvPr/>
          </p:nvSpPr>
          <p:spPr>
            <a:xfrm>
              <a:off x="1837900" y="2594936"/>
              <a:ext cx="443869" cy="443424"/>
            </a:xfrm>
            <a:custGeom>
              <a:avLst/>
              <a:gdLst/>
              <a:ahLst/>
              <a:cxnLst/>
              <a:rect l="l" t="t" r="r" b="b"/>
              <a:pathLst>
                <a:path w="1974" h="1972" extrusionOk="0">
                  <a:moveTo>
                    <a:pt x="1246" y="0"/>
                  </a:moveTo>
                  <a:lnTo>
                    <a:pt x="1246" y="0"/>
                  </a:lnTo>
                  <a:cubicBezTo>
                    <a:pt x="844" y="0"/>
                    <a:pt x="518" y="325"/>
                    <a:pt x="518" y="723"/>
                  </a:cubicBezTo>
                  <a:cubicBezTo>
                    <a:pt x="518" y="872"/>
                    <a:pt x="563" y="1013"/>
                    <a:pt x="639" y="1125"/>
                  </a:cubicBezTo>
                  <a:cubicBezTo>
                    <a:pt x="575" y="1188"/>
                    <a:pt x="575" y="1188"/>
                    <a:pt x="575" y="1188"/>
                  </a:cubicBezTo>
                  <a:cubicBezTo>
                    <a:pt x="567" y="1184"/>
                    <a:pt x="551" y="1180"/>
                    <a:pt x="539" y="1180"/>
                  </a:cubicBezTo>
                  <a:cubicBezTo>
                    <a:pt x="514" y="1180"/>
                    <a:pt x="494" y="1188"/>
                    <a:pt x="478" y="1205"/>
                  </a:cubicBezTo>
                  <a:cubicBezTo>
                    <a:pt x="462" y="1220"/>
                    <a:pt x="454" y="1245"/>
                    <a:pt x="454" y="1269"/>
                  </a:cubicBezTo>
                  <a:cubicBezTo>
                    <a:pt x="454" y="1281"/>
                    <a:pt x="454" y="1293"/>
                    <a:pt x="462" y="1305"/>
                  </a:cubicBezTo>
                  <a:cubicBezTo>
                    <a:pt x="40" y="1723"/>
                    <a:pt x="40" y="1723"/>
                    <a:pt x="40" y="1723"/>
                  </a:cubicBezTo>
                  <a:cubicBezTo>
                    <a:pt x="16" y="1751"/>
                    <a:pt x="0" y="1787"/>
                    <a:pt x="0" y="1827"/>
                  </a:cubicBezTo>
                  <a:cubicBezTo>
                    <a:pt x="0" y="1864"/>
                    <a:pt x="16" y="1900"/>
                    <a:pt x="40" y="1928"/>
                  </a:cubicBezTo>
                  <a:cubicBezTo>
                    <a:pt x="68" y="1956"/>
                    <a:pt x="108" y="1972"/>
                    <a:pt x="145" y="1972"/>
                  </a:cubicBezTo>
                  <a:cubicBezTo>
                    <a:pt x="181" y="1972"/>
                    <a:pt x="217" y="1956"/>
                    <a:pt x="245" y="1928"/>
                  </a:cubicBezTo>
                  <a:cubicBezTo>
                    <a:pt x="667" y="1510"/>
                    <a:pt x="667" y="1510"/>
                    <a:pt x="667" y="1510"/>
                  </a:cubicBezTo>
                  <a:cubicBezTo>
                    <a:pt x="675" y="1514"/>
                    <a:pt x="691" y="1518"/>
                    <a:pt x="703" y="1518"/>
                  </a:cubicBezTo>
                  <a:cubicBezTo>
                    <a:pt x="723" y="1518"/>
                    <a:pt x="748" y="1510"/>
                    <a:pt x="764" y="1494"/>
                  </a:cubicBezTo>
                  <a:cubicBezTo>
                    <a:pt x="792" y="1466"/>
                    <a:pt x="796" y="1426"/>
                    <a:pt x="780" y="1393"/>
                  </a:cubicBezTo>
                  <a:cubicBezTo>
                    <a:pt x="844" y="1329"/>
                    <a:pt x="844" y="1329"/>
                    <a:pt x="844" y="1329"/>
                  </a:cubicBezTo>
                  <a:cubicBezTo>
                    <a:pt x="961" y="1406"/>
                    <a:pt x="1097" y="1450"/>
                    <a:pt x="1246" y="1450"/>
                  </a:cubicBezTo>
                  <a:cubicBezTo>
                    <a:pt x="1648" y="1450"/>
                    <a:pt x="1974" y="1125"/>
                    <a:pt x="1974" y="723"/>
                  </a:cubicBezTo>
                  <a:cubicBezTo>
                    <a:pt x="1974" y="325"/>
                    <a:pt x="1648" y="0"/>
                    <a:pt x="1246" y="0"/>
                  </a:cubicBezTo>
                  <a:moveTo>
                    <a:pt x="205" y="1888"/>
                  </a:moveTo>
                  <a:lnTo>
                    <a:pt x="205" y="1888"/>
                  </a:lnTo>
                  <a:cubicBezTo>
                    <a:pt x="173" y="1920"/>
                    <a:pt x="116" y="1920"/>
                    <a:pt x="84" y="1888"/>
                  </a:cubicBezTo>
                  <a:cubicBezTo>
                    <a:pt x="68" y="1872"/>
                    <a:pt x="56" y="1847"/>
                    <a:pt x="56" y="1827"/>
                  </a:cubicBezTo>
                  <a:cubicBezTo>
                    <a:pt x="56" y="1803"/>
                    <a:pt x="68" y="1779"/>
                    <a:pt x="84" y="1763"/>
                  </a:cubicBezTo>
                  <a:cubicBezTo>
                    <a:pt x="498" y="1349"/>
                    <a:pt x="498" y="1349"/>
                    <a:pt x="498" y="1349"/>
                  </a:cubicBezTo>
                  <a:cubicBezTo>
                    <a:pt x="619" y="1474"/>
                    <a:pt x="619" y="1474"/>
                    <a:pt x="619" y="1474"/>
                  </a:cubicBezTo>
                  <a:lnTo>
                    <a:pt x="205" y="1888"/>
                  </a:lnTo>
                  <a:moveTo>
                    <a:pt x="743" y="1349"/>
                  </a:moveTo>
                  <a:lnTo>
                    <a:pt x="743" y="1349"/>
                  </a:lnTo>
                  <a:cubicBezTo>
                    <a:pt x="683" y="1289"/>
                    <a:pt x="683" y="1289"/>
                    <a:pt x="683" y="1289"/>
                  </a:cubicBezTo>
                  <a:cubicBezTo>
                    <a:pt x="671" y="1277"/>
                    <a:pt x="651" y="1277"/>
                    <a:pt x="643" y="1289"/>
                  </a:cubicBezTo>
                  <a:cubicBezTo>
                    <a:pt x="631" y="1301"/>
                    <a:pt x="631" y="1317"/>
                    <a:pt x="643" y="1329"/>
                  </a:cubicBezTo>
                  <a:cubicBezTo>
                    <a:pt x="723" y="1409"/>
                    <a:pt x="723" y="1409"/>
                    <a:pt x="723" y="1409"/>
                  </a:cubicBezTo>
                  <a:cubicBezTo>
                    <a:pt x="735" y="1421"/>
                    <a:pt x="735" y="1441"/>
                    <a:pt x="723" y="1450"/>
                  </a:cubicBezTo>
                  <a:cubicBezTo>
                    <a:pt x="711" y="1462"/>
                    <a:pt x="695" y="1462"/>
                    <a:pt x="683" y="1450"/>
                  </a:cubicBezTo>
                  <a:cubicBezTo>
                    <a:pt x="518" y="1289"/>
                    <a:pt x="518" y="1289"/>
                    <a:pt x="518" y="1289"/>
                  </a:cubicBezTo>
                  <a:cubicBezTo>
                    <a:pt x="507" y="1277"/>
                    <a:pt x="507" y="1257"/>
                    <a:pt x="518" y="1249"/>
                  </a:cubicBezTo>
                  <a:cubicBezTo>
                    <a:pt x="522" y="1240"/>
                    <a:pt x="530" y="1240"/>
                    <a:pt x="539" y="1240"/>
                  </a:cubicBezTo>
                  <a:cubicBezTo>
                    <a:pt x="547" y="1240"/>
                    <a:pt x="555" y="1240"/>
                    <a:pt x="559" y="1249"/>
                  </a:cubicBezTo>
                  <a:cubicBezTo>
                    <a:pt x="571" y="1257"/>
                    <a:pt x="591" y="1257"/>
                    <a:pt x="599" y="1249"/>
                  </a:cubicBezTo>
                  <a:cubicBezTo>
                    <a:pt x="675" y="1172"/>
                    <a:pt x="675" y="1172"/>
                    <a:pt x="675" y="1172"/>
                  </a:cubicBezTo>
                  <a:cubicBezTo>
                    <a:pt x="711" y="1217"/>
                    <a:pt x="752" y="1261"/>
                    <a:pt x="796" y="1297"/>
                  </a:cubicBezTo>
                  <a:lnTo>
                    <a:pt x="743" y="1349"/>
                  </a:lnTo>
                  <a:moveTo>
                    <a:pt x="1246" y="1393"/>
                  </a:moveTo>
                  <a:lnTo>
                    <a:pt x="1246" y="1393"/>
                  </a:lnTo>
                  <a:cubicBezTo>
                    <a:pt x="876" y="1393"/>
                    <a:pt x="579" y="1093"/>
                    <a:pt x="579" y="723"/>
                  </a:cubicBezTo>
                  <a:cubicBezTo>
                    <a:pt x="579" y="357"/>
                    <a:pt x="876" y="56"/>
                    <a:pt x="1246" y="56"/>
                  </a:cubicBezTo>
                  <a:cubicBezTo>
                    <a:pt x="1616" y="56"/>
                    <a:pt x="1913" y="357"/>
                    <a:pt x="1913" y="723"/>
                  </a:cubicBezTo>
                  <a:cubicBezTo>
                    <a:pt x="1913" y="1093"/>
                    <a:pt x="1616" y="1393"/>
                    <a:pt x="1246" y="1393"/>
                  </a:cubicBez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6" name="Google Shape;937;p68">
            <a:extLst>
              <a:ext uri="{FF2B5EF4-FFF2-40B4-BE49-F238E27FC236}">
                <a16:creationId xmlns:a16="http://schemas.microsoft.com/office/drawing/2014/main" id="{71F042C3-D0DF-D9B4-D837-668C109585F2}"/>
              </a:ext>
            </a:extLst>
          </p:cNvPr>
          <p:cNvGrpSpPr/>
          <p:nvPr/>
        </p:nvGrpSpPr>
        <p:grpSpPr>
          <a:xfrm>
            <a:off x="4653382" y="2095321"/>
            <a:ext cx="443869" cy="443424"/>
            <a:chOff x="1837900" y="2594936"/>
            <a:chExt cx="443869" cy="443424"/>
          </a:xfrm>
        </p:grpSpPr>
        <p:sp>
          <p:nvSpPr>
            <p:cNvPr id="12" name="Google Shape;938;p68">
              <a:extLst>
                <a:ext uri="{FF2B5EF4-FFF2-40B4-BE49-F238E27FC236}">
                  <a16:creationId xmlns:a16="http://schemas.microsoft.com/office/drawing/2014/main" id="{D279D7F3-7903-468B-2016-94A021BEF0A5}"/>
                </a:ext>
              </a:extLst>
            </p:cNvPr>
            <p:cNvSpPr/>
            <p:nvPr/>
          </p:nvSpPr>
          <p:spPr>
            <a:xfrm>
              <a:off x="2068379" y="2650926"/>
              <a:ext cx="99387" cy="213842"/>
            </a:xfrm>
            <a:custGeom>
              <a:avLst/>
              <a:gdLst/>
              <a:ahLst/>
              <a:cxnLst/>
              <a:rect l="l" t="t" r="r" b="b"/>
              <a:pathLst>
                <a:path w="442" h="951" extrusionOk="0">
                  <a:moveTo>
                    <a:pt x="422" y="28"/>
                  </a:moveTo>
                  <a:lnTo>
                    <a:pt x="422" y="28"/>
                  </a:lnTo>
                  <a:cubicBezTo>
                    <a:pt x="342" y="-36"/>
                    <a:pt x="249" y="20"/>
                    <a:pt x="249" y="96"/>
                  </a:cubicBezTo>
                  <a:cubicBezTo>
                    <a:pt x="249" y="241"/>
                    <a:pt x="249" y="241"/>
                    <a:pt x="249" y="241"/>
                  </a:cubicBezTo>
                  <a:cubicBezTo>
                    <a:pt x="249" y="257"/>
                    <a:pt x="241" y="269"/>
                    <a:pt x="229" y="273"/>
                  </a:cubicBezTo>
                  <a:cubicBezTo>
                    <a:pt x="209" y="277"/>
                    <a:pt x="193" y="261"/>
                    <a:pt x="193" y="245"/>
                  </a:cubicBezTo>
                  <a:cubicBezTo>
                    <a:pt x="193" y="76"/>
                    <a:pt x="193" y="76"/>
                    <a:pt x="193" y="76"/>
                  </a:cubicBezTo>
                  <a:cubicBezTo>
                    <a:pt x="193" y="60"/>
                    <a:pt x="185" y="40"/>
                    <a:pt x="173" y="28"/>
                  </a:cubicBezTo>
                  <a:cubicBezTo>
                    <a:pt x="92" y="-36"/>
                    <a:pt x="0" y="20"/>
                    <a:pt x="0" y="96"/>
                  </a:cubicBezTo>
                  <a:cubicBezTo>
                    <a:pt x="0" y="273"/>
                    <a:pt x="0" y="273"/>
                    <a:pt x="0" y="273"/>
                  </a:cubicBezTo>
                  <a:cubicBezTo>
                    <a:pt x="0" y="297"/>
                    <a:pt x="12" y="321"/>
                    <a:pt x="28" y="341"/>
                  </a:cubicBezTo>
                  <a:cubicBezTo>
                    <a:pt x="96" y="410"/>
                    <a:pt x="96" y="410"/>
                    <a:pt x="96" y="410"/>
                  </a:cubicBezTo>
                  <a:cubicBezTo>
                    <a:pt x="28" y="474"/>
                    <a:pt x="28" y="474"/>
                    <a:pt x="28" y="474"/>
                  </a:cubicBezTo>
                  <a:cubicBezTo>
                    <a:pt x="12" y="494"/>
                    <a:pt x="0" y="518"/>
                    <a:pt x="0" y="546"/>
                  </a:cubicBezTo>
                  <a:cubicBezTo>
                    <a:pt x="0" y="876"/>
                    <a:pt x="0" y="876"/>
                    <a:pt x="0" y="876"/>
                  </a:cubicBezTo>
                  <a:cubicBezTo>
                    <a:pt x="0" y="892"/>
                    <a:pt x="8" y="911"/>
                    <a:pt x="20" y="919"/>
                  </a:cubicBezTo>
                  <a:cubicBezTo>
                    <a:pt x="100" y="988"/>
                    <a:pt x="193" y="931"/>
                    <a:pt x="193" y="856"/>
                  </a:cubicBezTo>
                  <a:cubicBezTo>
                    <a:pt x="193" y="575"/>
                    <a:pt x="193" y="575"/>
                    <a:pt x="193" y="575"/>
                  </a:cubicBezTo>
                  <a:cubicBezTo>
                    <a:pt x="193" y="563"/>
                    <a:pt x="201" y="551"/>
                    <a:pt x="213" y="546"/>
                  </a:cubicBezTo>
                  <a:cubicBezTo>
                    <a:pt x="233" y="542"/>
                    <a:pt x="249" y="554"/>
                    <a:pt x="249" y="575"/>
                  </a:cubicBezTo>
                  <a:cubicBezTo>
                    <a:pt x="249" y="876"/>
                    <a:pt x="249" y="876"/>
                    <a:pt x="249" y="876"/>
                  </a:cubicBezTo>
                  <a:cubicBezTo>
                    <a:pt x="249" y="892"/>
                    <a:pt x="261" y="911"/>
                    <a:pt x="273" y="919"/>
                  </a:cubicBezTo>
                  <a:cubicBezTo>
                    <a:pt x="354" y="988"/>
                    <a:pt x="442" y="931"/>
                    <a:pt x="442" y="856"/>
                  </a:cubicBezTo>
                  <a:cubicBezTo>
                    <a:pt x="442" y="546"/>
                    <a:pt x="442" y="546"/>
                    <a:pt x="442" y="546"/>
                  </a:cubicBezTo>
                  <a:cubicBezTo>
                    <a:pt x="442" y="518"/>
                    <a:pt x="434" y="494"/>
                    <a:pt x="414" y="474"/>
                  </a:cubicBezTo>
                  <a:cubicBezTo>
                    <a:pt x="346" y="410"/>
                    <a:pt x="346" y="410"/>
                    <a:pt x="346" y="410"/>
                  </a:cubicBezTo>
                  <a:cubicBezTo>
                    <a:pt x="414" y="341"/>
                    <a:pt x="414" y="341"/>
                    <a:pt x="414" y="341"/>
                  </a:cubicBezTo>
                  <a:cubicBezTo>
                    <a:pt x="434" y="321"/>
                    <a:pt x="442" y="297"/>
                    <a:pt x="442" y="273"/>
                  </a:cubicBezTo>
                  <a:cubicBezTo>
                    <a:pt x="442" y="76"/>
                    <a:pt x="442" y="76"/>
                    <a:pt x="442" y="76"/>
                  </a:cubicBezTo>
                  <a:cubicBezTo>
                    <a:pt x="442" y="60"/>
                    <a:pt x="434" y="40"/>
                    <a:pt x="422" y="28"/>
                  </a:cubicBezTo>
                  <a:moveTo>
                    <a:pt x="386" y="273"/>
                  </a:moveTo>
                  <a:lnTo>
                    <a:pt x="386" y="273"/>
                  </a:lnTo>
                  <a:cubicBezTo>
                    <a:pt x="386" y="281"/>
                    <a:pt x="382" y="293"/>
                    <a:pt x="374" y="301"/>
                  </a:cubicBezTo>
                  <a:cubicBezTo>
                    <a:pt x="285" y="390"/>
                    <a:pt x="285" y="390"/>
                    <a:pt x="285" y="390"/>
                  </a:cubicBezTo>
                  <a:cubicBezTo>
                    <a:pt x="273" y="398"/>
                    <a:pt x="273" y="418"/>
                    <a:pt x="285" y="430"/>
                  </a:cubicBezTo>
                  <a:cubicBezTo>
                    <a:pt x="374" y="518"/>
                    <a:pt x="374" y="518"/>
                    <a:pt x="374" y="518"/>
                  </a:cubicBezTo>
                  <a:cubicBezTo>
                    <a:pt x="382" y="522"/>
                    <a:pt x="386" y="534"/>
                    <a:pt x="386" y="546"/>
                  </a:cubicBezTo>
                  <a:cubicBezTo>
                    <a:pt x="386" y="868"/>
                    <a:pt x="386" y="868"/>
                    <a:pt x="386" y="868"/>
                  </a:cubicBezTo>
                  <a:cubicBezTo>
                    <a:pt x="386" y="872"/>
                    <a:pt x="382" y="876"/>
                    <a:pt x="382" y="880"/>
                  </a:cubicBezTo>
                  <a:cubicBezTo>
                    <a:pt x="346" y="911"/>
                    <a:pt x="310" y="888"/>
                    <a:pt x="310" y="856"/>
                  </a:cubicBezTo>
                  <a:cubicBezTo>
                    <a:pt x="310" y="575"/>
                    <a:pt x="310" y="575"/>
                    <a:pt x="310" y="575"/>
                  </a:cubicBezTo>
                  <a:cubicBezTo>
                    <a:pt x="310" y="531"/>
                    <a:pt x="273" y="490"/>
                    <a:pt x="229" y="486"/>
                  </a:cubicBezTo>
                  <a:cubicBezTo>
                    <a:pt x="177" y="482"/>
                    <a:pt x="137" y="522"/>
                    <a:pt x="137" y="575"/>
                  </a:cubicBezTo>
                  <a:cubicBezTo>
                    <a:pt x="137" y="868"/>
                    <a:pt x="137" y="868"/>
                    <a:pt x="137" y="868"/>
                  </a:cubicBezTo>
                  <a:cubicBezTo>
                    <a:pt x="137" y="872"/>
                    <a:pt x="133" y="876"/>
                    <a:pt x="129" y="880"/>
                  </a:cubicBezTo>
                  <a:cubicBezTo>
                    <a:pt x="96" y="911"/>
                    <a:pt x="56" y="888"/>
                    <a:pt x="56" y="856"/>
                  </a:cubicBezTo>
                  <a:cubicBezTo>
                    <a:pt x="56" y="546"/>
                    <a:pt x="56" y="546"/>
                    <a:pt x="56" y="546"/>
                  </a:cubicBezTo>
                  <a:cubicBezTo>
                    <a:pt x="56" y="534"/>
                    <a:pt x="60" y="522"/>
                    <a:pt x="68" y="518"/>
                  </a:cubicBezTo>
                  <a:cubicBezTo>
                    <a:pt x="157" y="430"/>
                    <a:pt x="157" y="430"/>
                    <a:pt x="157" y="430"/>
                  </a:cubicBezTo>
                  <a:cubicBezTo>
                    <a:pt x="169" y="418"/>
                    <a:pt x="169" y="398"/>
                    <a:pt x="157" y="390"/>
                  </a:cubicBezTo>
                  <a:cubicBezTo>
                    <a:pt x="68" y="301"/>
                    <a:pt x="68" y="301"/>
                    <a:pt x="68" y="301"/>
                  </a:cubicBezTo>
                  <a:cubicBezTo>
                    <a:pt x="60" y="293"/>
                    <a:pt x="56" y="281"/>
                    <a:pt x="56" y="273"/>
                  </a:cubicBezTo>
                  <a:cubicBezTo>
                    <a:pt x="56" y="84"/>
                    <a:pt x="56" y="84"/>
                    <a:pt x="56" y="84"/>
                  </a:cubicBezTo>
                  <a:cubicBezTo>
                    <a:pt x="56" y="80"/>
                    <a:pt x="60" y="76"/>
                    <a:pt x="60" y="72"/>
                  </a:cubicBezTo>
                  <a:cubicBezTo>
                    <a:pt x="96" y="40"/>
                    <a:pt x="137" y="64"/>
                    <a:pt x="137" y="96"/>
                  </a:cubicBezTo>
                  <a:cubicBezTo>
                    <a:pt x="137" y="241"/>
                    <a:pt x="137" y="241"/>
                    <a:pt x="137" y="241"/>
                  </a:cubicBezTo>
                  <a:cubicBezTo>
                    <a:pt x="137" y="285"/>
                    <a:pt x="169" y="325"/>
                    <a:pt x="213" y="329"/>
                  </a:cubicBezTo>
                  <a:cubicBezTo>
                    <a:pt x="265" y="333"/>
                    <a:pt x="310" y="293"/>
                    <a:pt x="310" y="245"/>
                  </a:cubicBezTo>
                  <a:cubicBezTo>
                    <a:pt x="310" y="84"/>
                    <a:pt x="310" y="84"/>
                    <a:pt x="310" y="84"/>
                  </a:cubicBezTo>
                  <a:cubicBezTo>
                    <a:pt x="310" y="80"/>
                    <a:pt x="310" y="76"/>
                    <a:pt x="314" y="72"/>
                  </a:cubicBezTo>
                  <a:cubicBezTo>
                    <a:pt x="346" y="40"/>
                    <a:pt x="386" y="64"/>
                    <a:pt x="386" y="96"/>
                  </a:cubicBezTo>
                  <a:lnTo>
                    <a:pt x="386" y="273"/>
                  </a:ln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 name="Google Shape;939;p68">
              <a:extLst>
                <a:ext uri="{FF2B5EF4-FFF2-40B4-BE49-F238E27FC236}">
                  <a16:creationId xmlns:a16="http://schemas.microsoft.com/office/drawing/2014/main" id="{4D60D87E-08D7-E2F3-3750-EF3323AC961C}"/>
                </a:ext>
              </a:extLst>
            </p:cNvPr>
            <p:cNvSpPr/>
            <p:nvPr/>
          </p:nvSpPr>
          <p:spPr>
            <a:xfrm>
              <a:off x="1980684" y="2621020"/>
              <a:ext cx="274776" cy="273655"/>
            </a:xfrm>
            <a:custGeom>
              <a:avLst/>
              <a:gdLst/>
              <a:ahLst/>
              <a:cxnLst/>
              <a:rect l="l" t="t" r="r" b="b"/>
              <a:pathLst>
                <a:path w="1222" h="1217" extrusionOk="0">
                  <a:moveTo>
                    <a:pt x="611" y="0"/>
                  </a:moveTo>
                  <a:lnTo>
                    <a:pt x="611" y="0"/>
                  </a:lnTo>
                  <a:cubicBezTo>
                    <a:pt x="273" y="0"/>
                    <a:pt x="0" y="273"/>
                    <a:pt x="0" y="607"/>
                  </a:cubicBezTo>
                  <a:cubicBezTo>
                    <a:pt x="0" y="945"/>
                    <a:pt x="273" y="1217"/>
                    <a:pt x="611" y="1217"/>
                  </a:cubicBezTo>
                  <a:cubicBezTo>
                    <a:pt x="949" y="1217"/>
                    <a:pt x="1222" y="945"/>
                    <a:pt x="1222" y="607"/>
                  </a:cubicBezTo>
                  <a:cubicBezTo>
                    <a:pt x="1222" y="273"/>
                    <a:pt x="949" y="0"/>
                    <a:pt x="611" y="0"/>
                  </a:cubicBezTo>
                  <a:moveTo>
                    <a:pt x="611" y="1161"/>
                  </a:moveTo>
                  <a:lnTo>
                    <a:pt x="611" y="1161"/>
                  </a:lnTo>
                  <a:cubicBezTo>
                    <a:pt x="306" y="1161"/>
                    <a:pt x="56" y="912"/>
                    <a:pt x="56" y="607"/>
                  </a:cubicBezTo>
                  <a:cubicBezTo>
                    <a:pt x="56" y="305"/>
                    <a:pt x="306" y="57"/>
                    <a:pt x="611" y="57"/>
                  </a:cubicBezTo>
                  <a:cubicBezTo>
                    <a:pt x="917" y="57"/>
                    <a:pt x="1166" y="305"/>
                    <a:pt x="1166" y="607"/>
                  </a:cubicBezTo>
                  <a:cubicBezTo>
                    <a:pt x="1166" y="912"/>
                    <a:pt x="917" y="1161"/>
                    <a:pt x="611" y="1161"/>
                  </a:cubicBez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 name="Google Shape;940;p68">
              <a:extLst>
                <a:ext uri="{FF2B5EF4-FFF2-40B4-BE49-F238E27FC236}">
                  <a16:creationId xmlns:a16="http://schemas.microsoft.com/office/drawing/2014/main" id="{B2F0152D-4F50-0813-4F52-4F3CC15FFABD}"/>
                </a:ext>
              </a:extLst>
            </p:cNvPr>
            <p:cNvSpPr/>
            <p:nvPr/>
          </p:nvSpPr>
          <p:spPr>
            <a:xfrm>
              <a:off x="1837900" y="2594936"/>
              <a:ext cx="443869" cy="443424"/>
            </a:xfrm>
            <a:custGeom>
              <a:avLst/>
              <a:gdLst/>
              <a:ahLst/>
              <a:cxnLst/>
              <a:rect l="l" t="t" r="r" b="b"/>
              <a:pathLst>
                <a:path w="1974" h="1972" extrusionOk="0">
                  <a:moveTo>
                    <a:pt x="1246" y="0"/>
                  </a:moveTo>
                  <a:lnTo>
                    <a:pt x="1246" y="0"/>
                  </a:lnTo>
                  <a:cubicBezTo>
                    <a:pt x="844" y="0"/>
                    <a:pt x="518" y="325"/>
                    <a:pt x="518" y="723"/>
                  </a:cubicBezTo>
                  <a:cubicBezTo>
                    <a:pt x="518" y="872"/>
                    <a:pt x="563" y="1013"/>
                    <a:pt x="639" y="1125"/>
                  </a:cubicBezTo>
                  <a:cubicBezTo>
                    <a:pt x="575" y="1188"/>
                    <a:pt x="575" y="1188"/>
                    <a:pt x="575" y="1188"/>
                  </a:cubicBezTo>
                  <a:cubicBezTo>
                    <a:pt x="567" y="1184"/>
                    <a:pt x="551" y="1180"/>
                    <a:pt x="539" y="1180"/>
                  </a:cubicBezTo>
                  <a:cubicBezTo>
                    <a:pt x="514" y="1180"/>
                    <a:pt x="494" y="1188"/>
                    <a:pt x="478" y="1205"/>
                  </a:cubicBezTo>
                  <a:cubicBezTo>
                    <a:pt x="462" y="1220"/>
                    <a:pt x="454" y="1245"/>
                    <a:pt x="454" y="1269"/>
                  </a:cubicBezTo>
                  <a:cubicBezTo>
                    <a:pt x="454" y="1281"/>
                    <a:pt x="454" y="1293"/>
                    <a:pt x="462" y="1305"/>
                  </a:cubicBezTo>
                  <a:cubicBezTo>
                    <a:pt x="40" y="1723"/>
                    <a:pt x="40" y="1723"/>
                    <a:pt x="40" y="1723"/>
                  </a:cubicBezTo>
                  <a:cubicBezTo>
                    <a:pt x="16" y="1751"/>
                    <a:pt x="0" y="1787"/>
                    <a:pt x="0" y="1827"/>
                  </a:cubicBezTo>
                  <a:cubicBezTo>
                    <a:pt x="0" y="1864"/>
                    <a:pt x="16" y="1900"/>
                    <a:pt x="40" y="1928"/>
                  </a:cubicBezTo>
                  <a:cubicBezTo>
                    <a:pt x="68" y="1956"/>
                    <a:pt x="108" y="1972"/>
                    <a:pt x="145" y="1972"/>
                  </a:cubicBezTo>
                  <a:cubicBezTo>
                    <a:pt x="181" y="1972"/>
                    <a:pt x="217" y="1956"/>
                    <a:pt x="245" y="1928"/>
                  </a:cubicBezTo>
                  <a:cubicBezTo>
                    <a:pt x="667" y="1510"/>
                    <a:pt x="667" y="1510"/>
                    <a:pt x="667" y="1510"/>
                  </a:cubicBezTo>
                  <a:cubicBezTo>
                    <a:pt x="675" y="1514"/>
                    <a:pt x="691" y="1518"/>
                    <a:pt x="703" y="1518"/>
                  </a:cubicBezTo>
                  <a:cubicBezTo>
                    <a:pt x="723" y="1518"/>
                    <a:pt x="748" y="1510"/>
                    <a:pt x="764" y="1494"/>
                  </a:cubicBezTo>
                  <a:cubicBezTo>
                    <a:pt x="792" y="1466"/>
                    <a:pt x="796" y="1426"/>
                    <a:pt x="780" y="1393"/>
                  </a:cubicBezTo>
                  <a:cubicBezTo>
                    <a:pt x="844" y="1329"/>
                    <a:pt x="844" y="1329"/>
                    <a:pt x="844" y="1329"/>
                  </a:cubicBezTo>
                  <a:cubicBezTo>
                    <a:pt x="961" y="1406"/>
                    <a:pt x="1097" y="1450"/>
                    <a:pt x="1246" y="1450"/>
                  </a:cubicBezTo>
                  <a:cubicBezTo>
                    <a:pt x="1648" y="1450"/>
                    <a:pt x="1974" y="1125"/>
                    <a:pt x="1974" y="723"/>
                  </a:cubicBezTo>
                  <a:cubicBezTo>
                    <a:pt x="1974" y="325"/>
                    <a:pt x="1648" y="0"/>
                    <a:pt x="1246" y="0"/>
                  </a:cubicBezTo>
                  <a:moveTo>
                    <a:pt x="205" y="1888"/>
                  </a:moveTo>
                  <a:lnTo>
                    <a:pt x="205" y="1888"/>
                  </a:lnTo>
                  <a:cubicBezTo>
                    <a:pt x="173" y="1920"/>
                    <a:pt x="116" y="1920"/>
                    <a:pt x="84" y="1888"/>
                  </a:cubicBezTo>
                  <a:cubicBezTo>
                    <a:pt x="68" y="1872"/>
                    <a:pt x="56" y="1847"/>
                    <a:pt x="56" y="1827"/>
                  </a:cubicBezTo>
                  <a:cubicBezTo>
                    <a:pt x="56" y="1803"/>
                    <a:pt x="68" y="1779"/>
                    <a:pt x="84" y="1763"/>
                  </a:cubicBezTo>
                  <a:cubicBezTo>
                    <a:pt x="498" y="1349"/>
                    <a:pt x="498" y="1349"/>
                    <a:pt x="498" y="1349"/>
                  </a:cubicBezTo>
                  <a:cubicBezTo>
                    <a:pt x="619" y="1474"/>
                    <a:pt x="619" y="1474"/>
                    <a:pt x="619" y="1474"/>
                  </a:cubicBezTo>
                  <a:lnTo>
                    <a:pt x="205" y="1888"/>
                  </a:lnTo>
                  <a:moveTo>
                    <a:pt x="743" y="1349"/>
                  </a:moveTo>
                  <a:lnTo>
                    <a:pt x="743" y="1349"/>
                  </a:lnTo>
                  <a:cubicBezTo>
                    <a:pt x="683" y="1289"/>
                    <a:pt x="683" y="1289"/>
                    <a:pt x="683" y="1289"/>
                  </a:cubicBezTo>
                  <a:cubicBezTo>
                    <a:pt x="671" y="1277"/>
                    <a:pt x="651" y="1277"/>
                    <a:pt x="643" y="1289"/>
                  </a:cubicBezTo>
                  <a:cubicBezTo>
                    <a:pt x="631" y="1301"/>
                    <a:pt x="631" y="1317"/>
                    <a:pt x="643" y="1329"/>
                  </a:cubicBezTo>
                  <a:cubicBezTo>
                    <a:pt x="723" y="1409"/>
                    <a:pt x="723" y="1409"/>
                    <a:pt x="723" y="1409"/>
                  </a:cubicBezTo>
                  <a:cubicBezTo>
                    <a:pt x="735" y="1421"/>
                    <a:pt x="735" y="1441"/>
                    <a:pt x="723" y="1450"/>
                  </a:cubicBezTo>
                  <a:cubicBezTo>
                    <a:pt x="711" y="1462"/>
                    <a:pt x="695" y="1462"/>
                    <a:pt x="683" y="1450"/>
                  </a:cubicBezTo>
                  <a:cubicBezTo>
                    <a:pt x="518" y="1289"/>
                    <a:pt x="518" y="1289"/>
                    <a:pt x="518" y="1289"/>
                  </a:cubicBezTo>
                  <a:cubicBezTo>
                    <a:pt x="507" y="1277"/>
                    <a:pt x="507" y="1257"/>
                    <a:pt x="518" y="1249"/>
                  </a:cubicBezTo>
                  <a:cubicBezTo>
                    <a:pt x="522" y="1240"/>
                    <a:pt x="530" y="1240"/>
                    <a:pt x="539" y="1240"/>
                  </a:cubicBezTo>
                  <a:cubicBezTo>
                    <a:pt x="547" y="1240"/>
                    <a:pt x="555" y="1240"/>
                    <a:pt x="559" y="1249"/>
                  </a:cubicBezTo>
                  <a:cubicBezTo>
                    <a:pt x="571" y="1257"/>
                    <a:pt x="591" y="1257"/>
                    <a:pt x="599" y="1249"/>
                  </a:cubicBezTo>
                  <a:cubicBezTo>
                    <a:pt x="675" y="1172"/>
                    <a:pt x="675" y="1172"/>
                    <a:pt x="675" y="1172"/>
                  </a:cubicBezTo>
                  <a:cubicBezTo>
                    <a:pt x="711" y="1217"/>
                    <a:pt x="752" y="1261"/>
                    <a:pt x="796" y="1297"/>
                  </a:cubicBezTo>
                  <a:lnTo>
                    <a:pt x="743" y="1349"/>
                  </a:lnTo>
                  <a:moveTo>
                    <a:pt x="1246" y="1393"/>
                  </a:moveTo>
                  <a:lnTo>
                    <a:pt x="1246" y="1393"/>
                  </a:lnTo>
                  <a:cubicBezTo>
                    <a:pt x="876" y="1393"/>
                    <a:pt x="579" y="1093"/>
                    <a:pt x="579" y="723"/>
                  </a:cubicBezTo>
                  <a:cubicBezTo>
                    <a:pt x="579" y="357"/>
                    <a:pt x="876" y="56"/>
                    <a:pt x="1246" y="56"/>
                  </a:cubicBezTo>
                  <a:cubicBezTo>
                    <a:pt x="1616" y="56"/>
                    <a:pt x="1913" y="357"/>
                    <a:pt x="1913" y="723"/>
                  </a:cubicBezTo>
                  <a:cubicBezTo>
                    <a:pt x="1913" y="1093"/>
                    <a:pt x="1616" y="1393"/>
                    <a:pt x="1246" y="1393"/>
                  </a:cubicBez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Tree>
    <p:extLst>
      <p:ext uri="{BB962C8B-B14F-4D97-AF65-F5344CB8AC3E}">
        <p14:creationId xmlns:p14="http://schemas.microsoft.com/office/powerpoint/2010/main" val="27592612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22"/>
        <p:cNvGrpSpPr/>
        <p:nvPr/>
      </p:nvGrpSpPr>
      <p:grpSpPr>
        <a:xfrm>
          <a:off x="0" y="0"/>
          <a:ext cx="0" cy="0"/>
          <a:chOff x="0" y="0"/>
          <a:chExt cx="0" cy="0"/>
        </a:xfrm>
      </p:grpSpPr>
      <p:sp>
        <p:nvSpPr>
          <p:cNvPr id="1123" name="Google Shape;1123;p69"/>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4">
                    <a:lumMod val="60000"/>
                    <a:lumOff val="40000"/>
                  </a:schemeClr>
                </a:solidFill>
              </a:rPr>
              <a:t>REFERENCE</a:t>
            </a:r>
            <a:endParaRPr dirty="0">
              <a:solidFill>
                <a:schemeClr val="accent4">
                  <a:lumMod val="60000"/>
                  <a:lumOff val="40000"/>
                </a:schemeClr>
              </a:solidFill>
            </a:endParaRPr>
          </a:p>
        </p:txBody>
      </p:sp>
      <p:sp>
        <p:nvSpPr>
          <p:cNvPr id="1124" name="Google Shape;1124;p69"/>
          <p:cNvSpPr txBox="1"/>
          <p:nvPr/>
        </p:nvSpPr>
        <p:spPr>
          <a:xfrm>
            <a:off x="713225" y="1316725"/>
            <a:ext cx="7717500" cy="773400"/>
          </a:xfrm>
          <a:prstGeom prst="rect">
            <a:avLst/>
          </a:prstGeom>
          <a:noFill/>
          <a:ln>
            <a:noFill/>
          </a:ln>
        </p:spPr>
        <p:txBody>
          <a:bodyPr spcFirstLastPara="1" wrap="square" lIns="91425" tIns="91425" rIns="91425" bIns="91425" anchor="t" anchorCtr="0">
            <a:noAutofit/>
          </a:bodyPr>
          <a:lstStyle/>
          <a:p>
            <a:pPr lvl="0"/>
            <a:r>
              <a:rPr lang="en-IN" u="sng" dirty="0">
                <a:hlinkClick r:id="rId3"/>
              </a:rPr>
              <a:t>https://www.ncbi.nlm.nih.gov/geo/query/acc.cgi?acc=GSE60424</a:t>
            </a:r>
            <a:endParaRPr lang="en-IN" u="sng" dirty="0"/>
          </a:p>
          <a:p>
            <a:pPr lvl="0"/>
            <a:endParaRPr lang="en-IN" sz="1200" u="sng" dirty="0">
              <a:solidFill>
                <a:schemeClr val="dk1"/>
              </a:solidFill>
              <a:latin typeface="Inria Sans"/>
              <a:ea typeface="Inria Sans"/>
              <a:cs typeface="Inria Sans"/>
              <a:sym typeface="Inria Sans"/>
            </a:endParaRPr>
          </a:p>
          <a:p>
            <a:pPr lvl="0"/>
            <a:endParaRPr lang="en-IN" sz="1200" u="sng" dirty="0">
              <a:solidFill>
                <a:schemeClr val="dk1"/>
              </a:solidFill>
              <a:latin typeface="Inria Sans"/>
              <a:ea typeface="Inria Sans"/>
              <a:cs typeface="Inria Sans"/>
              <a:sym typeface="Inria Sans"/>
            </a:endParaRPr>
          </a:p>
          <a:p>
            <a:r>
              <a:rPr lang="en-IN" b="1" dirty="0">
                <a:solidFill>
                  <a:schemeClr val="tx1"/>
                </a:solidFill>
              </a:rPr>
              <a:t>Linsley PS, Speake C, Whalen E, </a:t>
            </a:r>
            <a:r>
              <a:rPr lang="en-IN" b="1" dirty="0" err="1">
                <a:solidFill>
                  <a:schemeClr val="tx1"/>
                </a:solidFill>
              </a:rPr>
              <a:t>Chaussabel</a:t>
            </a:r>
            <a:r>
              <a:rPr lang="en-IN" b="1" dirty="0">
                <a:solidFill>
                  <a:schemeClr val="tx1"/>
                </a:solidFill>
              </a:rPr>
              <a:t> D.</a:t>
            </a:r>
            <a:r>
              <a:rPr lang="en-IN" dirty="0">
                <a:solidFill>
                  <a:schemeClr val="tx1"/>
                </a:solidFill>
              </a:rPr>
              <a:t> (2014). Copy number loss of the interferon gene cluster in melanomas. </a:t>
            </a:r>
            <a:r>
              <a:rPr lang="en-IN" i="1" dirty="0" err="1">
                <a:solidFill>
                  <a:schemeClr val="tx1"/>
                </a:solidFill>
              </a:rPr>
              <a:t>PLoS</a:t>
            </a:r>
            <a:r>
              <a:rPr lang="en-IN" i="1" dirty="0">
                <a:solidFill>
                  <a:schemeClr val="tx1"/>
                </a:solidFill>
              </a:rPr>
              <a:t> One</a:t>
            </a:r>
            <a:r>
              <a:rPr lang="en-IN" dirty="0">
                <a:solidFill>
                  <a:schemeClr val="tx1"/>
                </a:solidFill>
              </a:rPr>
              <a:t> 9(10): e109760. [GSE60424 deposit]</a:t>
            </a:r>
          </a:p>
          <a:p>
            <a:pPr lvl="0"/>
            <a:endParaRPr lang="en-IN" sz="1200" dirty="0">
              <a:solidFill>
                <a:schemeClr val="dk1"/>
              </a:solidFill>
              <a:latin typeface="Inria Sans"/>
              <a:ea typeface="Inria Sans"/>
              <a:cs typeface="Inria Sans"/>
              <a:sym typeface="Inria Sans"/>
            </a:endParaRPr>
          </a:p>
          <a:p>
            <a:pPr lvl="0"/>
            <a:endParaRPr lang="en-IN" sz="1200" dirty="0">
              <a:solidFill>
                <a:schemeClr val="dk1"/>
              </a:solidFill>
              <a:latin typeface="Inria Sans"/>
              <a:ea typeface="Inria Sans"/>
              <a:cs typeface="Inria Sans"/>
              <a:sym typeface="Inria Sans"/>
            </a:endParaRPr>
          </a:p>
          <a:p>
            <a:r>
              <a:rPr lang="en-IN" b="1" dirty="0">
                <a:solidFill>
                  <a:schemeClr val="tx1"/>
                </a:solidFill>
              </a:rPr>
              <a:t>Beers DR, Appel SH.</a:t>
            </a:r>
            <a:r>
              <a:rPr lang="en-IN" dirty="0">
                <a:solidFill>
                  <a:schemeClr val="tx1"/>
                </a:solidFill>
              </a:rPr>
              <a:t> (2019). Immune dysregulation in amyotrophic lateral sclerosis. </a:t>
            </a:r>
            <a:r>
              <a:rPr lang="en-IN" i="1" dirty="0">
                <a:solidFill>
                  <a:schemeClr val="tx1"/>
                </a:solidFill>
              </a:rPr>
              <a:t>Lancet Neurology</a:t>
            </a:r>
            <a:r>
              <a:rPr lang="en-IN" dirty="0">
                <a:solidFill>
                  <a:schemeClr val="tx1"/>
                </a:solidFill>
              </a:rPr>
              <a:t> 18(2): 211–220.</a:t>
            </a:r>
          </a:p>
          <a:p>
            <a:pPr lvl="0"/>
            <a:endParaRPr sz="1200" dirty="0">
              <a:solidFill>
                <a:schemeClr val="dk1"/>
              </a:solidFill>
              <a:latin typeface="Inria Sans"/>
              <a:ea typeface="Inria Sans"/>
              <a:cs typeface="Inria Sans"/>
              <a:sym typeface="Inria Sans"/>
            </a:endParaRPr>
          </a:p>
        </p:txBody>
      </p:sp>
      <p:pic>
        <p:nvPicPr>
          <p:cNvPr id="1125" name="Google Shape;1125;p69"/>
          <p:cNvPicPr preferRelativeResize="0"/>
          <p:nvPr/>
        </p:nvPicPr>
        <p:blipFill rotWithShape="1">
          <a:blip r:embed="rId4">
            <a:alphaModFix/>
          </a:blip>
          <a:srcRect l="21352" t="8875" r="21358" b="8875"/>
          <a:stretch/>
        </p:blipFill>
        <p:spPr>
          <a:xfrm>
            <a:off x="3491536" y="3307824"/>
            <a:ext cx="2958250" cy="2388876"/>
          </a:xfrm>
          <a:prstGeom prst="rect">
            <a:avLst/>
          </a:prstGeom>
          <a:noFill/>
          <a:ln>
            <a:noFill/>
          </a:ln>
        </p:spPr>
      </p:pic>
      <p:pic>
        <p:nvPicPr>
          <p:cNvPr id="1126" name="Google Shape;1126;p69"/>
          <p:cNvPicPr preferRelativeResize="0"/>
          <p:nvPr/>
        </p:nvPicPr>
        <p:blipFill rotWithShape="1">
          <a:blip r:embed="rId5">
            <a:alphaModFix/>
          </a:blip>
          <a:srcRect l="36798" t="4742" r="27269" b="3531"/>
          <a:stretch/>
        </p:blipFill>
        <p:spPr>
          <a:xfrm>
            <a:off x="1173377" y="3053376"/>
            <a:ext cx="1840973" cy="2643324"/>
          </a:xfrm>
          <a:prstGeom prst="rect">
            <a:avLst/>
          </a:prstGeom>
          <a:noFill/>
          <a:ln>
            <a:noFill/>
          </a:ln>
        </p:spPr>
      </p:pic>
      <p:pic>
        <p:nvPicPr>
          <p:cNvPr id="1127" name="Google Shape;1127;p69"/>
          <p:cNvPicPr preferRelativeResize="0"/>
          <p:nvPr/>
        </p:nvPicPr>
        <p:blipFill rotWithShape="1">
          <a:blip r:embed="rId5">
            <a:alphaModFix/>
          </a:blip>
          <a:srcRect l="36798" t="4742" r="27269" b="3531"/>
          <a:stretch/>
        </p:blipFill>
        <p:spPr>
          <a:xfrm flipH="1">
            <a:off x="6678291" y="3053376"/>
            <a:ext cx="1840973" cy="264332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31"/>
        <p:cNvGrpSpPr/>
        <p:nvPr/>
      </p:nvGrpSpPr>
      <p:grpSpPr>
        <a:xfrm>
          <a:off x="0" y="0"/>
          <a:ext cx="0" cy="0"/>
          <a:chOff x="0" y="0"/>
          <a:chExt cx="0" cy="0"/>
        </a:xfrm>
      </p:grpSpPr>
      <p:sp>
        <p:nvSpPr>
          <p:cNvPr id="3" name="Title 2">
            <a:extLst>
              <a:ext uri="{FF2B5EF4-FFF2-40B4-BE49-F238E27FC236}">
                <a16:creationId xmlns:a16="http://schemas.microsoft.com/office/drawing/2014/main" id="{14DC7214-BCA2-65EB-EF72-384C85A33F69}"/>
              </a:ext>
            </a:extLst>
          </p:cNvPr>
          <p:cNvSpPr>
            <a:spLocks noGrp="1"/>
          </p:cNvSpPr>
          <p:nvPr>
            <p:ph type="title"/>
          </p:nvPr>
        </p:nvSpPr>
        <p:spPr>
          <a:xfrm>
            <a:off x="2125465" y="1999050"/>
            <a:ext cx="7717500" cy="572700"/>
          </a:xfrm>
        </p:spPr>
        <p:txBody>
          <a:bodyPr/>
          <a:lstStyle/>
          <a:p>
            <a:r>
              <a:rPr lang="en-IN" sz="6000" dirty="0">
                <a:solidFill>
                  <a:schemeClr val="accent4">
                    <a:lumMod val="60000"/>
                    <a:lumOff val="40000"/>
                  </a:schemeClr>
                </a:solidFill>
              </a:rPr>
              <a:t>THANK YOU </a:t>
            </a:r>
          </a:p>
        </p:txBody>
      </p:sp>
    </p:spTree>
  </p:cSld>
  <p:clrMapOvr>
    <a:masterClrMapping/>
  </p:clrMapOvr>
</p:sld>
</file>

<file path=ppt/theme/theme1.xml><?xml version="1.0" encoding="utf-8"?>
<a:theme xmlns:a="http://schemas.openxmlformats.org/drawingml/2006/main" name="DNA, Genes and Chromosomes by Slidesgo">
  <a:themeElements>
    <a:clrScheme name="Simple Light">
      <a:dk1>
        <a:srgbClr val="FFFFFF"/>
      </a:dk1>
      <a:lt1>
        <a:srgbClr val="8F94ED"/>
      </a:lt1>
      <a:dk2>
        <a:srgbClr val="180024"/>
      </a:dk2>
      <a:lt2>
        <a:srgbClr val="330021"/>
      </a:lt2>
      <a:accent1>
        <a:srgbClr val="A4387F"/>
      </a:accent1>
      <a:accent2>
        <a:srgbClr val="4B1155"/>
      </a:accent2>
      <a:accent3>
        <a:srgbClr val="5D246F"/>
      </a:accent3>
      <a:accent4>
        <a:srgbClr val="532E8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269</TotalTime>
  <Words>1134</Words>
  <Application>Microsoft Office PowerPoint</Application>
  <PresentationFormat>On-screen Show (16:9)</PresentationFormat>
  <Paragraphs>201</Paragraphs>
  <Slides>24</Slides>
  <Notes>21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Georgia</vt:lpstr>
      <vt:lpstr>Nunito Light</vt:lpstr>
      <vt:lpstr>Inria Sans</vt:lpstr>
      <vt:lpstr>Work Sans</vt:lpstr>
      <vt:lpstr>Arial</vt:lpstr>
      <vt:lpstr>Bahnschrift</vt:lpstr>
      <vt:lpstr>Times New Roman</vt:lpstr>
      <vt:lpstr>Calibri</vt:lpstr>
      <vt:lpstr>Anaheim</vt:lpstr>
      <vt:lpstr>Inria Sans Light</vt:lpstr>
      <vt:lpstr>DNA, Genes and Chromosomes by Slidesgo</vt:lpstr>
      <vt:lpstr>Differential Gene Expression in ALS Immune Cells Types</vt:lpstr>
      <vt:lpstr>PowerPoint Presentation</vt:lpstr>
      <vt:lpstr>PowerPoint Presentation</vt:lpstr>
      <vt:lpstr>PowerPoint Presentation</vt:lpstr>
      <vt:lpstr>R E S E A R C H  Q U E S T I O N</vt:lpstr>
      <vt:lpstr>Q U E S T I O N 1</vt:lpstr>
      <vt:lpstr>Q U E S T I O N 2</vt:lpstr>
      <vt:lpstr>M E T H O D S &amp;  R E S U L T S</vt:lpstr>
      <vt:lpstr>D A T A </vt:lpstr>
      <vt:lpstr>DATA CLEANING</vt:lpstr>
      <vt:lpstr>DATA ANALYSIS</vt:lpstr>
      <vt:lpstr>R E S U L T S</vt:lpstr>
      <vt:lpstr>PowerPoint Presentation</vt:lpstr>
      <vt:lpstr>PowerPoint Presentation</vt:lpstr>
      <vt:lpstr>PowerPoint Presentation</vt:lpstr>
      <vt:lpstr>PowerPoint Presentation</vt:lpstr>
      <vt:lpstr>PowerPoint Presentation</vt:lpstr>
      <vt:lpstr>PowerPoint Presentation</vt:lpstr>
      <vt:lpstr>I M P L I C A T I O N S</vt:lpstr>
      <vt:lpstr>GENES FOUND</vt:lpstr>
      <vt:lpstr>CONCLUSION</vt:lpstr>
      <vt:lpstr>WERE QUESTIONS ANSWERED ?</vt:lpstr>
      <vt:lpstr>REFERENCE</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Sushant Agellu</dc:creator>
  <cp:lastModifiedBy>Sushant Agellu</cp:lastModifiedBy>
  <cp:revision>4</cp:revision>
  <dcterms:modified xsi:type="dcterms:W3CDTF">2026-04-30T00:18:33Z</dcterms:modified>
</cp:coreProperties>
</file>